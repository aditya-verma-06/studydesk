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84"/>
  </p:notesMasterIdLst>
  <p:sldIdLst>
    <p:sldId id="256" r:id="rId2"/>
    <p:sldId id="257" r:id="rId3"/>
    <p:sldId id="331" r:id="rId4"/>
    <p:sldId id="336" r:id="rId5"/>
    <p:sldId id="258" r:id="rId6"/>
    <p:sldId id="299" r:id="rId7"/>
    <p:sldId id="300" r:id="rId8"/>
    <p:sldId id="301" r:id="rId9"/>
    <p:sldId id="302" r:id="rId10"/>
    <p:sldId id="262" r:id="rId11"/>
    <p:sldId id="263" r:id="rId12"/>
    <p:sldId id="264" r:id="rId13"/>
    <p:sldId id="265" r:id="rId14"/>
    <p:sldId id="305" r:id="rId15"/>
    <p:sldId id="339" r:id="rId16"/>
    <p:sldId id="337" r:id="rId17"/>
    <p:sldId id="332" r:id="rId18"/>
    <p:sldId id="303" r:id="rId19"/>
    <p:sldId id="304" r:id="rId20"/>
    <p:sldId id="338" r:id="rId21"/>
    <p:sldId id="340" r:id="rId22"/>
    <p:sldId id="306" r:id="rId23"/>
    <p:sldId id="333" r:id="rId24"/>
    <p:sldId id="266" r:id="rId25"/>
    <p:sldId id="267" r:id="rId26"/>
    <p:sldId id="307" r:id="rId27"/>
    <p:sldId id="268" r:id="rId28"/>
    <p:sldId id="269" r:id="rId29"/>
    <p:sldId id="270" r:id="rId30"/>
    <p:sldId id="271" r:id="rId31"/>
    <p:sldId id="272" r:id="rId32"/>
    <p:sldId id="273" r:id="rId33"/>
    <p:sldId id="279" r:id="rId34"/>
    <p:sldId id="334" r:id="rId35"/>
    <p:sldId id="280" r:id="rId36"/>
    <p:sldId id="291" r:id="rId37"/>
    <p:sldId id="293" r:id="rId38"/>
    <p:sldId id="286" r:id="rId39"/>
    <p:sldId id="281" r:id="rId40"/>
    <p:sldId id="282" r:id="rId41"/>
    <p:sldId id="283" r:id="rId42"/>
    <p:sldId id="296" r:id="rId43"/>
    <p:sldId id="284" r:id="rId44"/>
    <p:sldId id="308" r:id="rId45"/>
    <p:sldId id="309" r:id="rId46"/>
    <p:sldId id="310" r:id="rId47"/>
    <p:sldId id="311" r:id="rId48"/>
    <p:sldId id="312" r:id="rId49"/>
    <p:sldId id="341" r:id="rId50"/>
    <p:sldId id="297" r:id="rId51"/>
    <p:sldId id="288" r:id="rId52"/>
    <p:sldId id="289" r:id="rId53"/>
    <p:sldId id="290" r:id="rId54"/>
    <p:sldId id="314" r:id="rId55"/>
    <p:sldId id="315" r:id="rId56"/>
    <p:sldId id="316" r:id="rId57"/>
    <p:sldId id="317" r:id="rId58"/>
    <p:sldId id="318" r:id="rId59"/>
    <p:sldId id="319" r:id="rId60"/>
    <p:sldId id="320" r:id="rId61"/>
    <p:sldId id="321" r:id="rId62"/>
    <p:sldId id="322" r:id="rId63"/>
    <p:sldId id="323" r:id="rId64"/>
    <p:sldId id="324" r:id="rId65"/>
    <p:sldId id="325" r:id="rId66"/>
    <p:sldId id="326" r:id="rId67"/>
    <p:sldId id="327" r:id="rId68"/>
    <p:sldId id="328" r:id="rId69"/>
    <p:sldId id="329" r:id="rId70"/>
    <p:sldId id="330" r:id="rId71"/>
    <p:sldId id="342" r:id="rId72"/>
    <p:sldId id="343" r:id="rId73"/>
    <p:sldId id="344" r:id="rId74"/>
    <p:sldId id="345" r:id="rId75"/>
    <p:sldId id="335" r:id="rId76"/>
    <p:sldId id="347" r:id="rId77"/>
    <p:sldId id="348" r:id="rId78"/>
    <p:sldId id="349" r:id="rId79"/>
    <p:sldId id="350" r:id="rId80"/>
    <p:sldId id="351" r:id="rId81"/>
    <p:sldId id="352" r:id="rId82"/>
    <p:sldId id="346" r:id="rId83"/>
  </p:sldIdLst>
  <p:sldSz cx="9144000" cy="6858000" type="screen4x3"/>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85" roundtripDataSignature="AMtx7mgY4BVn/cop8Biq/B1Ys7aNCcN+dw=="/>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8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1FECB4D8-DB02-4DC6-A0A2-4F2EBAE1DC90}" styleName="Medium Style 1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a:noFill/>
            </a:ln>
          </a:insideV>
        </a:tcBdr>
        <a:fill>
          <a:solidFill>
            <a:schemeClr val="lt1"/>
          </a:solidFill>
        </a:fill>
      </a:tcStyle>
    </a:wholeTbl>
    <a:band1H>
      <a:tcStyle>
        <a:tcBdr/>
        <a:fill>
          <a:solidFill>
            <a:schemeClr val="accent3">
              <a:tint val="20000"/>
            </a:schemeClr>
          </a:solidFill>
        </a:fill>
      </a:tcStyle>
    </a:band1H>
    <a:band1V>
      <a:tcStyle>
        <a:tcBdr/>
        <a:fill>
          <a:solidFill>
            <a:schemeClr val="accent3">
              <a:tint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solidFill>
            <a:schemeClr val="lt1"/>
          </a:solidFill>
        </a:fill>
      </a:tcStyle>
    </a:lastRow>
    <a:firstRow>
      <a:tcTxStyle b="on">
        <a:fontRef idx="minor">
          <a:scrgbClr r="0" g="0" b="0"/>
        </a:fontRef>
        <a:schemeClr val="lt1"/>
      </a:tcTxStyle>
      <a:tcStyle>
        <a:tcBdr/>
        <a:fill>
          <a:solidFill>
            <a:schemeClr val="accent3"/>
          </a:solidFill>
        </a:fill>
      </a:tcStyle>
    </a:firstRow>
  </a:tblStyle>
  <a:tblStyle styleId="{08FB837D-C827-4EFA-A057-4D05807E0F7C}" styleName="Themed Style 1 - Accent 6">
    <a:tblBg>
      <a:fillRef idx="2">
        <a:schemeClr val="accent6"/>
      </a:fillRef>
      <a:effectRef idx="1">
        <a:schemeClr val="accent6"/>
      </a:effectRef>
    </a:tblBg>
    <a:wholeTbl>
      <a:tcTxStyle>
        <a:fontRef idx="minor">
          <a:scrgbClr r="0" g="0" b="0"/>
        </a:fontRef>
        <a:schemeClr val="dk1"/>
      </a:tcTxStyle>
      <a:tcStyle>
        <a:tcBdr>
          <a:left>
            <a:lnRef idx="1">
              <a:schemeClr val="accent6"/>
            </a:lnRef>
          </a:left>
          <a:right>
            <a:lnRef idx="1">
              <a:schemeClr val="accent6"/>
            </a:lnRef>
          </a:right>
          <a:top>
            <a:lnRef idx="1">
              <a:schemeClr val="accent6"/>
            </a:lnRef>
          </a:top>
          <a:bottom>
            <a:lnRef idx="1">
              <a:schemeClr val="accent6"/>
            </a:lnRef>
          </a:bottom>
          <a:insideH>
            <a:lnRef idx="1">
              <a:schemeClr val="accent6"/>
            </a:lnRef>
          </a:insideH>
          <a:insideV>
            <a:lnRef idx="1">
              <a:schemeClr val="accent6"/>
            </a:lnRef>
          </a:insideV>
        </a:tcBdr>
        <a:fill>
          <a:noFill/>
        </a:fill>
      </a:tcStyle>
    </a:wholeTbl>
    <a:band1H>
      <a:tcStyle>
        <a:tcBdr/>
        <a:fill>
          <a:solidFill>
            <a:schemeClr val="accent6">
              <a:alpha val="40000"/>
            </a:schemeClr>
          </a:solidFill>
        </a:fill>
      </a:tcStyle>
    </a:band1H>
    <a:band2H>
      <a:tcStyle>
        <a:tcBdr/>
      </a:tcStyle>
    </a:band2H>
    <a:band1V>
      <a:tcStyle>
        <a:tcBdr>
          <a:top>
            <a:lnRef idx="1">
              <a:schemeClr val="accent6"/>
            </a:lnRef>
          </a:top>
          <a:bottom>
            <a:lnRef idx="1">
              <a:schemeClr val="accent6"/>
            </a:lnRef>
          </a:bottom>
        </a:tcBdr>
        <a:fill>
          <a:solidFill>
            <a:schemeClr val="accent6">
              <a:alpha val="40000"/>
            </a:schemeClr>
          </a:solidFill>
        </a:fill>
      </a:tcStyle>
    </a:band1V>
    <a:band2V>
      <a:tcStyle>
        <a:tcBdr/>
      </a:tcStyle>
    </a:band2V>
    <a:lastCol>
      <a:tcTxStyle b="on"/>
      <a:tcStyle>
        <a:tcBdr>
          <a:left>
            <a:lnRef idx="2">
              <a:schemeClr val="accent6"/>
            </a:lnRef>
          </a:left>
          <a:right>
            <a:lnRef idx="1">
              <a:schemeClr val="accent6"/>
            </a:lnRef>
          </a:right>
          <a:top>
            <a:lnRef idx="1">
              <a:schemeClr val="accent6"/>
            </a:lnRef>
          </a:top>
          <a:bottom>
            <a:lnRef idx="1">
              <a:schemeClr val="accent6"/>
            </a:lnRef>
          </a:bottom>
          <a:insideH>
            <a:lnRef idx="1">
              <a:schemeClr val="accent6"/>
            </a:lnRef>
          </a:insideH>
          <a:insideV>
            <a:ln>
              <a:noFill/>
            </a:ln>
          </a:insideV>
        </a:tcBdr>
      </a:tcStyle>
    </a:lastCol>
    <a:firstCol>
      <a:tcTxStyle b="on"/>
      <a:tcStyle>
        <a:tcBdr>
          <a:left>
            <a:lnRef idx="1">
              <a:schemeClr val="accent6"/>
            </a:lnRef>
          </a:left>
          <a:right>
            <a:lnRef idx="2">
              <a:schemeClr val="accent6"/>
            </a:lnRef>
          </a:right>
          <a:top>
            <a:lnRef idx="1">
              <a:schemeClr val="accent6"/>
            </a:lnRef>
          </a:top>
          <a:bottom>
            <a:lnRef idx="1">
              <a:schemeClr val="accent6"/>
            </a:lnRef>
          </a:bottom>
          <a:insideH>
            <a:lnRef idx="1">
              <a:schemeClr val="accent6"/>
            </a:lnRef>
          </a:insideH>
          <a:insideV>
            <a:ln>
              <a:noFill/>
            </a:ln>
          </a:insideV>
        </a:tcBdr>
      </a:tcStyle>
    </a:firstCol>
    <a:lastRow>
      <a:tcTxStyle b="on"/>
      <a:tcStyle>
        <a:tcBdr>
          <a:left>
            <a:lnRef idx="1">
              <a:schemeClr val="accent6"/>
            </a:lnRef>
          </a:left>
          <a:right>
            <a:lnRef idx="1">
              <a:schemeClr val="accent6"/>
            </a:lnRef>
          </a:right>
          <a:top>
            <a:lnRef idx="2">
              <a:schemeClr val="accent6"/>
            </a:lnRef>
          </a:top>
          <a:bottom>
            <a:lnRef idx="2">
              <a:schemeClr val="accent6"/>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6"/>
            </a:lnRef>
          </a:left>
          <a:right>
            <a:lnRef idx="1">
              <a:schemeClr val="accent6"/>
            </a:lnRef>
          </a:right>
          <a:top>
            <a:lnRef idx="1">
              <a:schemeClr val="accent6"/>
            </a:lnRef>
          </a:top>
          <a:bottom>
            <a:lnRef idx="2">
              <a:schemeClr val="lt1"/>
            </a:lnRef>
          </a:bottom>
          <a:insideH>
            <a:ln>
              <a:noFill/>
            </a:ln>
          </a:insideH>
          <a:insideV>
            <a:ln>
              <a:noFill/>
            </a:ln>
          </a:insideV>
        </a:tcBdr>
        <a:fill>
          <a:solidFill>
            <a:schemeClr val="accent6"/>
          </a:solidFill>
        </a:fill>
      </a:tcStyle>
    </a:firstRow>
  </a:tblStyle>
  <a:tblStyle styleId="{0505E3EF-67EA-436B-97B2-0124C06EBD24}" styleName="Medium Style 4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solidFill>
            <a:schemeClr val="accent3">
              <a:tint val="20000"/>
            </a:schemeClr>
          </a:solidFill>
        </a:fill>
      </a:tcStyle>
    </a:wholeTbl>
    <a:band1H>
      <a:tcStyle>
        <a:tcBdr/>
        <a:fill>
          <a:solidFill>
            <a:schemeClr val="accent3">
              <a:tint val="40000"/>
            </a:schemeClr>
          </a:solidFill>
        </a:fill>
      </a:tcStyle>
    </a:band1H>
    <a:band1V>
      <a:tcStyle>
        <a:tcBdr/>
        <a:fill>
          <a:solidFill>
            <a:schemeClr val="accent3">
              <a:tint val="40000"/>
            </a:schemeClr>
          </a:solidFill>
        </a:fill>
      </a:tcStyle>
    </a:band1V>
    <a:lastCol>
      <a:tcTxStyle b="on"/>
      <a:tcStyle>
        <a:tcBdr/>
      </a:tcStyle>
    </a:lastCol>
    <a:firstCol>
      <a:tcTxStyle b="on"/>
      <a:tcStyle>
        <a:tcBdr/>
      </a:tcStyle>
    </a:firstCol>
    <a:lastRow>
      <a:tcTxStyle b="on"/>
      <a:tcStyle>
        <a:tcBdr>
          <a:top>
            <a:ln w="25400" cmpd="sng">
              <a:solidFill>
                <a:schemeClr val="accent3"/>
              </a:solidFill>
            </a:ln>
          </a:top>
        </a:tcBdr>
        <a:fill>
          <a:solidFill>
            <a:schemeClr val="accent3">
              <a:tint val="20000"/>
            </a:schemeClr>
          </a:solidFill>
        </a:fill>
      </a:tcStyle>
    </a:lastRow>
    <a:firstRow>
      <a:tcTxStyle b="on"/>
      <a:tcStyle>
        <a:tcBdr/>
        <a:fill>
          <a:solidFill>
            <a:schemeClr val="accent3">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0690" autoAdjust="0"/>
    <p:restoredTop sz="94660"/>
  </p:normalViewPr>
  <p:slideViewPr>
    <p:cSldViewPr snapToGrid="0">
      <p:cViewPr varScale="1">
        <p:scale>
          <a:sx n="75" d="100"/>
          <a:sy n="75" d="100"/>
        </p:scale>
        <p:origin x="1358" y="43"/>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notesMaster" Target="notesMasters/notesMaster1.xml"/><Relationship Id="rId89" Type="http://schemas.openxmlformats.org/officeDocument/2006/relationships/tableStyles" Target="tableStyles.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5" Type="http://schemas.openxmlformats.org/officeDocument/2006/relationships/slide" Target="slides/slide4.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customschemas.google.com/relationships/presentationmetadata" Target="metadata"/><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viewProps" Target="viewProps.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7200"/>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9pPr>
          </a:lstStyle>
          <a:p>
            <a:endParaRPr/>
          </a:p>
        </p:txBody>
      </p:sp>
      <p:sp>
        <p:nvSpPr>
          <p:cNvPr id="4" name="Google Shape;4;n"/>
          <p:cNvSpPr txBox="1">
            <a:spLocks noGrp="1"/>
          </p:cNvSpPr>
          <p:nvPr>
            <p:ph type="dt" idx="10"/>
          </p:nvPr>
        </p:nvSpPr>
        <p:spPr>
          <a:xfrm>
            <a:off x="3884613" y="0"/>
            <a:ext cx="2971800" cy="457200"/>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9pPr>
          </a:lstStyle>
          <a:p>
            <a:endParaRPr/>
          </a:p>
        </p:txBody>
      </p:sp>
      <p:sp>
        <p:nvSpPr>
          <p:cNvPr id="5" name="Google Shape;5;n"/>
          <p:cNvSpPr>
            <a:spLocks noGrp="1" noRot="1" noChangeAspect="1"/>
          </p:cNvSpPr>
          <p:nvPr>
            <p:ph type="sldImg" idx="3"/>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rmAutofit/>
          </a:bodyPr>
          <a:lstStyle>
            <a:lvl1pPr marL="457200" marR="0" lvl="0" indent="-228600" algn="l" rtl="0">
              <a:lnSpc>
                <a:spcPct val="100000"/>
              </a:lnSpc>
              <a:spcBef>
                <a:spcPts val="36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L="914400" marR="0" lvl="1" indent="-228600" algn="l" rtl="0">
              <a:lnSpc>
                <a:spcPct val="100000"/>
              </a:lnSpc>
              <a:spcBef>
                <a:spcPts val="36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lnSpc>
                <a:spcPct val="100000"/>
              </a:lnSpc>
              <a:spcBef>
                <a:spcPts val="36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100000"/>
              </a:lnSpc>
              <a:spcBef>
                <a:spcPts val="36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4pPr>
            <a:lvl5pPr marL="2286000" marR="0" lvl="4" indent="-228600" algn="l" rtl="0">
              <a:lnSpc>
                <a:spcPct val="100000"/>
              </a:lnSpc>
              <a:spcBef>
                <a:spcPts val="36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7200"/>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9pPr>
          </a:lstStyle>
          <a:p>
            <a:endParaRPr/>
          </a:p>
        </p:txBody>
      </p:sp>
      <p:sp>
        <p:nvSpPr>
          <p:cNvPr id="8" name="Google Shape;8;n"/>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
        <p:cNvGrpSpPr/>
        <p:nvPr/>
      </p:nvGrpSpPr>
      <p:grpSpPr>
        <a:xfrm>
          <a:off x="0" y="0"/>
          <a:ext cx="0" cy="0"/>
          <a:chOff x="0" y="0"/>
          <a:chExt cx="0" cy="0"/>
        </a:xfrm>
      </p:grpSpPr>
      <p:sp>
        <p:nvSpPr>
          <p:cNvPr id="43" name="Google Shape;43;p1: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360"/>
              </a:spcBef>
              <a:spcAft>
                <a:spcPts val="0"/>
              </a:spcAft>
              <a:buSzPts val="1400"/>
              <a:buNone/>
            </a:pPr>
            <a:endParaRPr/>
          </a:p>
        </p:txBody>
      </p:sp>
      <p:sp>
        <p:nvSpPr>
          <p:cNvPr id="44" name="Google Shape;44;p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
        <p:cNvGrpSpPr/>
        <p:nvPr/>
      </p:nvGrpSpPr>
      <p:grpSpPr>
        <a:xfrm>
          <a:off x="0" y="0"/>
          <a:ext cx="0" cy="0"/>
          <a:chOff x="0" y="0"/>
          <a:chExt cx="0" cy="0"/>
        </a:xfrm>
      </p:grpSpPr>
      <p:sp>
        <p:nvSpPr>
          <p:cNvPr id="50" name="Google Shape;50;p12: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360"/>
              </a:spcBef>
              <a:spcAft>
                <a:spcPts val="0"/>
              </a:spcAft>
              <a:buSzPts val="1400"/>
              <a:buNone/>
            </a:pPr>
            <a:endParaRPr/>
          </a:p>
        </p:txBody>
      </p:sp>
      <p:sp>
        <p:nvSpPr>
          <p:cNvPr id="51" name="Google Shape;51;p12: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5"/>
        <p:cNvGrpSpPr/>
        <p:nvPr/>
      </p:nvGrpSpPr>
      <p:grpSpPr>
        <a:xfrm>
          <a:off x="0" y="0"/>
          <a:ext cx="0" cy="0"/>
          <a:chOff x="0" y="0"/>
          <a:chExt cx="0" cy="0"/>
        </a:xfrm>
      </p:grpSpPr>
      <p:sp>
        <p:nvSpPr>
          <p:cNvPr id="56" name="Google Shape;56;p13: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57" name="Google Shape;57;p1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5">
          <a:extLst>
            <a:ext uri="{FF2B5EF4-FFF2-40B4-BE49-F238E27FC236}">
              <a16:creationId xmlns:a16="http://schemas.microsoft.com/office/drawing/2014/main" id="{B28DAC1F-ACAB-8FA9-273B-66A2A95288CA}"/>
            </a:ext>
          </a:extLst>
        </p:cNvPr>
        <p:cNvGrpSpPr/>
        <p:nvPr/>
      </p:nvGrpSpPr>
      <p:grpSpPr>
        <a:xfrm>
          <a:off x="0" y="0"/>
          <a:ext cx="0" cy="0"/>
          <a:chOff x="0" y="0"/>
          <a:chExt cx="0" cy="0"/>
        </a:xfrm>
      </p:grpSpPr>
      <p:sp>
        <p:nvSpPr>
          <p:cNvPr id="56" name="Google Shape;56;p13:notes">
            <a:extLst>
              <a:ext uri="{FF2B5EF4-FFF2-40B4-BE49-F238E27FC236}">
                <a16:creationId xmlns:a16="http://schemas.microsoft.com/office/drawing/2014/main" id="{BCD2F5D2-7249-0DE9-DC17-93C87C2C76D1}"/>
              </a:ext>
            </a:extLst>
          </p:cNvPr>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57" name="Google Shape;57;p13:notes">
            <a:extLst>
              <a:ext uri="{FF2B5EF4-FFF2-40B4-BE49-F238E27FC236}">
                <a16:creationId xmlns:a16="http://schemas.microsoft.com/office/drawing/2014/main" id="{16FE331C-46F3-381A-136D-42B09AA01338}"/>
              </a:ext>
            </a:extLst>
          </p:cNvPr>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8327225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5">
          <a:extLst>
            <a:ext uri="{FF2B5EF4-FFF2-40B4-BE49-F238E27FC236}">
              <a16:creationId xmlns:a16="http://schemas.microsoft.com/office/drawing/2014/main" id="{D742E583-00FA-139B-0354-5051E5F743C3}"/>
            </a:ext>
          </a:extLst>
        </p:cNvPr>
        <p:cNvGrpSpPr/>
        <p:nvPr/>
      </p:nvGrpSpPr>
      <p:grpSpPr>
        <a:xfrm>
          <a:off x="0" y="0"/>
          <a:ext cx="0" cy="0"/>
          <a:chOff x="0" y="0"/>
          <a:chExt cx="0" cy="0"/>
        </a:xfrm>
      </p:grpSpPr>
      <p:sp>
        <p:nvSpPr>
          <p:cNvPr id="56" name="Google Shape;56;p13:notes">
            <a:extLst>
              <a:ext uri="{FF2B5EF4-FFF2-40B4-BE49-F238E27FC236}">
                <a16:creationId xmlns:a16="http://schemas.microsoft.com/office/drawing/2014/main" id="{1F1E73DC-C31E-69CF-12F9-36B3ECA62357}"/>
              </a:ext>
            </a:extLst>
          </p:cNvPr>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57" name="Google Shape;57;p13:notes">
            <a:extLst>
              <a:ext uri="{FF2B5EF4-FFF2-40B4-BE49-F238E27FC236}">
                <a16:creationId xmlns:a16="http://schemas.microsoft.com/office/drawing/2014/main" id="{1BEE9C6E-A3BD-8D3E-7E6C-244F28D84F6D}"/>
              </a:ext>
            </a:extLst>
          </p:cNvPr>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11542940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5">
          <a:extLst>
            <a:ext uri="{FF2B5EF4-FFF2-40B4-BE49-F238E27FC236}">
              <a16:creationId xmlns:a16="http://schemas.microsoft.com/office/drawing/2014/main" id="{C3C8390F-74C8-A4B3-4169-52F487CE46C1}"/>
            </a:ext>
          </a:extLst>
        </p:cNvPr>
        <p:cNvGrpSpPr/>
        <p:nvPr/>
      </p:nvGrpSpPr>
      <p:grpSpPr>
        <a:xfrm>
          <a:off x="0" y="0"/>
          <a:ext cx="0" cy="0"/>
          <a:chOff x="0" y="0"/>
          <a:chExt cx="0" cy="0"/>
        </a:xfrm>
      </p:grpSpPr>
      <p:sp>
        <p:nvSpPr>
          <p:cNvPr id="56" name="Google Shape;56;p13:notes">
            <a:extLst>
              <a:ext uri="{FF2B5EF4-FFF2-40B4-BE49-F238E27FC236}">
                <a16:creationId xmlns:a16="http://schemas.microsoft.com/office/drawing/2014/main" id="{4E9B0472-6472-15A4-5C65-18CEE926FF7A}"/>
              </a:ext>
            </a:extLst>
          </p:cNvPr>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57" name="Google Shape;57;p13:notes">
            <a:extLst>
              <a:ext uri="{FF2B5EF4-FFF2-40B4-BE49-F238E27FC236}">
                <a16:creationId xmlns:a16="http://schemas.microsoft.com/office/drawing/2014/main" id="{C6EF00F1-4DD4-AC03-EA0C-0F7861DB2D23}"/>
              </a:ext>
            </a:extLst>
          </p:cNvPr>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75033141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5">
          <a:extLst>
            <a:ext uri="{FF2B5EF4-FFF2-40B4-BE49-F238E27FC236}">
              <a16:creationId xmlns:a16="http://schemas.microsoft.com/office/drawing/2014/main" id="{C35B5FBE-29E7-EDD6-E07C-E44548F1FD39}"/>
            </a:ext>
          </a:extLst>
        </p:cNvPr>
        <p:cNvGrpSpPr/>
        <p:nvPr/>
      </p:nvGrpSpPr>
      <p:grpSpPr>
        <a:xfrm>
          <a:off x="0" y="0"/>
          <a:ext cx="0" cy="0"/>
          <a:chOff x="0" y="0"/>
          <a:chExt cx="0" cy="0"/>
        </a:xfrm>
      </p:grpSpPr>
      <p:sp>
        <p:nvSpPr>
          <p:cNvPr id="56" name="Google Shape;56;p13:notes">
            <a:extLst>
              <a:ext uri="{FF2B5EF4-FFF2-40B4-BE49-F238E27FC236}">
                <a16:creationId xmlns:a16="http://schemas.microsoft.com/office/drawing/2014/main" id="{F2493DE0-F06E-6E5A-4727-0A9DAB1089CE}"/>
              </a:ext>
            </a:extLst>
          </p:cNvPr>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57" name="Google Shape;57;p13:notes">
            <a:extLst>
              <a:ext uri="{FF2B5EF4-FFF2-40B4-BE49-F238E27FC236}">
                <a16:creationId xmlns:a16="http://schemas.microsoft.com/office/drawing/2014/main" id="{F86BF222-D565-8240-47FF-57A6996C7CBD}"/>
              </a:ext>
            </a:extLst>
          </p:cNvPr>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4496587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6"/>
        <p:cNvGrpSpPr/>
        <p:nvPr/>
      </p:nvGrpSpPr>
      <p:grpSpPr>
        <a:xfrm>
          <a:off x="0" y="0"/>
          <a:ext cx="0" cy="0"/>
          <a:chOff x="0" y="0"/>
          <a:chExt cx="0" cy="0"/>
        </a:xfrm>
      </p:grpSpPr>
      <p:sp>
        <p:nvSpPr>
          <p:cNvPr id="87" name="Google Shape;87;p17: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88" name="Google Shape;88;p17: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p18: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94" name="Google Shape;94;p18: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8"/>
        <p:cNvGrpSpPr/>
        <p:nvPr/>
      </p:nvGrpSpPr>
      <p:grpSpPr>
        <a:xfrm>
          <a:off x="0" y="0"/>
          <a:ext cx="0" cy="0"/>
          <a:chOff x="0" y="0"/>
          <a:chExt cx="0" cy="0"/>
        </a:xfrm>
      </p:grpSpPr>
      <p:sp>
        <p:nvSpPr>
          <p:cNvPr id="99" name="Google Shape;99;p19: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100" name="Google Shape;100;p19: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
        <p:cNvGrpSpPr/>
        <p:nvPr/>
      </p:nvGrpSpPr>
      <p:grpSpPr>
        <a:xfrm>
          <a:off x="0" y="0"/>
          <a:ext cx="0" cy="0"/>
          <a:chOff x="0" y="0"/>
          <a:chExt cx="0" cy="0"/>
        </a:xfrm>
      </p:grpSpPr>
      <p:sp>
        <p:nvSpPr>
          <p:cNvPr id="105" name="Google Shape;105;p20: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106" name="Google Shape;106;p20: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5">
          <a:extLst>
            <a:ext uri="{FF2B5EF4-FFF2-40B4-BE49-F238E27FC236}">
              <a16:creationId xmlns:a16="http://schemas.microsoft.com/office/drawing/2014/main" id="{5B8A2E9E-E7E1-1AC2-4177-CF332B3CC069}"/>
            </a:ext>
          </a:extLst>
        </p:cNvPr>
        <p:cNvGrpSpPr/>
        <p:nvPr/>
      </p:nvGrpSpPr>
      <p:grpSpPr>
        <a:xfrm>
          <a:off x="0" y="0"/>
          <a:ext cx="0" cy="0"/>
          <a:chOff x="0" y="0"/>
          <a:chExt cx="0" cy="0"/>
        </a:xfrm>
      </p:grpSpPr>
      <p:sp>
        <p:nvSpPr>
          <p:cNvPr id="56" name="Google Shape;56;p13:notes">
            <a:extLst>
              <a:ext uri="{FF2B5EF4-FFF2-40B4-BE49-F238E27FC236}">
                <a16:creationId xmlns:a16="http://schemas.microsoft.com/office/drawing/2014/main" id="{5D3E1100-6113-CFB4-9DE7-FA5C01503E99}"/>
              </a:ext>
            </a:extLst>
          </p:cNvPr>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57" name="Google Shape;57;p13:notes">
            <a:extLst>
              <a:ext uri="{FF2B5EF4-FFF2-40B4-BE49-F238E27FC236}">
                <a16:creationId xmlns:a16="http://schemas.microsoft.com/office/drawing/2014/main" id="{268D766E-4941-B55A-362A-E3431F965159}"/>
              </a:ext>
            </a:extLst>
          </p:cNvPr>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41602556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p:cNvGrpSpPr/>
        <p:nvPr/>
      </p:nvGrpSpPr>
      <p:grpSpPr>
        <a:xfrm>
          <a:off x="0" y="0"/>
          <a:ext cx="0" cy="0"/>
          <a:chOff x="0" y="0"/>
          <a:chExt cx="0" cy="0"/>
        </a:xfrm>
      </p:grpSpPr>
      <p:sp>
        <p:nvSpPr>
          <p:cNvPr id="111" name="Google Shape;111;p21: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112" name="Google Shape;112;p2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6"/>
        <p:cNvGrpSpPr/>
        <p:nvPr/>
      </p:nvGrpSpPr>
      <p:grpSpPr>
        <a:xfrm>
          <a:off x="0" y="0"/>
          <a:ext cx="0" cy="0"/>
          <a:chOff x="0" y="0"/>
          <a:chExt cx="0" cy="0"/>
        </a:xfrm>
      </p:grpSpPr>
      <p:sp>
        <p:nvSpPr>
          <p:cNvPr id="117" name="Google Shape;117;p22: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118" name="Google Shape;118;p22: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5">
          <a:extLst>
            <a:ext uri="{FF2B5EF4-FFF2-40B4-BE49-F238E27FC236}">
              <a16:creationId xmlns:a16="http://schemas.microsoft.com/office/drawing/2014/main" id="{1AFA0D30-2D74-4CE9-29A8-55A144B12490}"/>
            </a:ext>
          </a:extLst>
        </p:cNvPr>
        <p:cNvGrpSpPr/>
        <p:nvPr/>
      </p:nvGrpSpPr>
      <p:grpSpPr>
        <a:xfrm>
          <a:off x="0" y="0"/>
          <a:ext cx="0" cy="0"/>
          <a:chOff x="0" y="0"/>
          <a:chExt cx="0" cy="0"/>
        </a:xfrm>
      </p:grpSpPr>
      <p:sp>
        <p:nvSpPr>
          <p:cNvPr id="56" name="Google Shape;56;p13:notes">
            <a:extLst>
              <a:ext uri="{FF2B5EF4-FFF2-40B4-BE49-F238E27FC236}">
                <a16:creationId xmlns:a16="http://schemas.microsoft.com/office/drawing/2014/main" id="{72925CFC-DEDB-48A9-4F05-09E1618DAC26}"/>
              </a:ext>
            </a:extLst>
          </p:cNvPr>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57" name="Google Shape;57;p13:notes">
            <a:extLst>
              <a:ext uri="{FF2B5EF4-FFF2-40B4-BE49-F238E27FC236}">
                <a16:creationId xmlns:a16="http://schemas.microsoft.com/office/drawing/2014/main" id="{CFBC520D-D878-EC42-213E-0EE17EA57E08}"/>
              </a:ext>
            </a:extLst>
          </p:cNvPr>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195098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2"/>
        <p:cNvGrpSpPr/>
        <p:nvPr/>
      </p:nvGrpSpPr>
      <p:grpSpPr>
        <a:xfrm>
          <a:off x="0" y="0"/>
          <a:ext cx="0" cy="0"/>
          <a:chOff x="0" y="0"/>
          <a:chExt cx="0" cy="0"/>
        </a:xfrm>
      </p:grpSpPr>
      <p:sp>
        <p:nvSpPr>
          <p:cNvPr id="123" name="Google Shape;123;p23: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124" name="Google Shape;124;p2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8"/>
        <p:cNvGrpSpPr/>
        <p:nvPr/>
      </p:nvGrpSpPr>
      <p:grpSpPr>
        <a:xfrm>
          <a:off x="0" y="0"/>
          <a:ext cx="0" cy="0"/>
          <a:chOff x="0" y="0"/>
          <a:chExt cx="0" cy="0"/>
        </a:xfrm>
      </p:grpSpPr>
      <p:sp>
        <p:nvSpPr>
          <p:cNvPr id="129" name="Google Shape;129;p24: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130" name="Google Shape;130;p24: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4"/>
        <p:cNvGrpSpPr/>
        <p:nvPr/>
      </p:nvGrpSpPr>
      <p:grpSpPr>
        <a:xfrm>
          <a:off x="0" y="0"/>
          <a:ext cx="0" cy="0"/>
          <a:chOff x="0" y="0"/>
          <a:chExt cx="0" cy="0"/>
        </a:xfrm>
      </p:grpSpPr>
      <p:sp>
        <p:nvSpPr>
          <p:cNvPr id="135" name="Google Shape;135;p25: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136" name="Google Shape;136;p25: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p:cNvGrpSpPr/>
        <p:nvPr/>
      </p:nvGrpSpPr>
      <p:grpSpPr>
        <a:xfrm>
          <a:off x="0" y="0"/>
          <a:ext cx="0" cy="0"/>
          <a:chOff x="0" y="0"/>
          <a:chExt cx="0" cy="0"/>
        </a:xfrm>
      </p:grpSpPr>
      <p:sp>
        <p:nvSpPr>
          <p:cNvPr id="141" name="Google Shape;141;p26: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142" name="Google Shape;142;p2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6"/>
        <p:cNvGrpSpPr/>
        <p:nvPr/>
      </p:nvGrpSpPr>
      <p:grpSpPr>
        <a:xfrm>
          <a:off x="0" y="0"/>
          <a:ext cx="0" cy="0"/>
          <a:chOff x="0" y="0"/>
          <a:chExt cx="0" cy="0"/>
        </a:xfrm>
      </p:grpSpPr>
      <p:sp>
        <p:nvSpPr>
          <p:cNvPr id="147" name="Google Shape;147;p27: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148" name="Google Shape;148;p27: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2"/>
        <p:cNvGrpSpPr/>
        <p:nvPr/>
      </p:nvGrpSpPr>
      <p:grpSpPr>
        <a:xfrm>
          <a:off x="0" y="0"/>
          <a:ext cx="0" cy="0"/>
          <a:chOff x="0" y="0"/>
          <a:chExt cx="0" cy="0"/>
        </a:xfrm>
      </p:grpSpPr>
      <p:sp>
        <p:nvSpPr>
          <p:cNvPr id="153" name="Google Shape;153;p28: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54" name="Google Shape;154;p28: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rmAutofit/>
          </a:bodyPr>
          <a:lstStyle/>
          <a:p>
            <a:pPr marL="457200" marR="0" lvl="0" indent="-228600" algn="l" rtl="0">
              <a:lnSpc>
                <a:spcPct val="100000"/>
              </a:lnSpc>
              <a:spcBef>
                <a:spcPts val="360"/>
              </a:spcBef>
              <a:spcAft>
                <a:spcPts val="0"/>
              </a:spcAft>
              <a:buClr>
                <a:srgbClr val="000000"/>
              </a:buClr>
              <a:buSzPts val="1400"/>
              <a:buFont typeface="Arial"/>
              <a:buNone/>
            </a:pPr>
            <a:endParaRPr/>
          </a:p>
        </p:txBody>
      </p:sp>
      <p:sp>
        <p:nvSpPr>
          <p:cNvPr id="155" name="Google Shape;155;p28: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chemeClr val="dk1"/>
                </a:solidFill>
                <a:latin typeface="Calibri"/>
                <a:ea typeface="Calibri"/>
                <a:cs typeface="Calibri"/>
                <a:sym typeface="Calibri"/>
              </a:rPr>
              <a:t>32</a:t>
            </a:fld>
            <a:endParaRPr sz="1200" b="0" i="0" u="none" strike="noStrike" cap="none">
              <a:solidFill>
                <a:schemeClr val="dk1"/>
              </a:solidFill>
              <a:latin typeface="Calibri"/>
              <a:ea typeface="Calibri"/>
              <a:cs typeface="Calibri"/>
              <a:sym typeface="Calibri"/>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idx="12"/>
          </p:nvPr>
        </p:nvSpPr>
        <p:spPr/>
        <p:txBody>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smtClean="0">
                <a:solidFill>
                  <a:schemeClr val="dk1"/>
                </a:solidFill>
                <a:latin typeface="Calibri"/>
                <a:ea typeface="Calibri"/>
                <a:cs typeface="Calibri"/>
                <a:sym typeface="Calibri"/>
              </a:rPr>
              <a:t>35</a:t>
            </a:fld>
            <a:endParaRPr lang="en-US"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4166921168"/>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8"/>
        <p:cNvGrpSpPr/>
        <p:nvPr/>
      </p:nvGrpSpPr>
      <p:grpSpPr>
        <a:xfrm>
          <a:off x="0" y="0"/>
          <a:ext cx="0" cy="0"/>
          <a:chOff x="0" y="0"/>
          <a:chExt cx="0" cy="0"/>
        </a:xfrm>
      </p:grpSpPr>
      <p:sp>
        <p:nvSpPr>
          <p:cNvPr id="59" name="Google Shape;59;p2:notes"/>
          <p:cNvSpPr txBox="1">
            <a:spLocks noGrp="1"/>
          </p:cNvSpPr>
          <p:nvPr>
            <p:ph type="body" idx="1"/>
          </p:nvPr>
        </p:nvSpPr>
        <p:spPr>
          <a:xfrm>
            <a:off x="914400" y="3257550"/>
            <a:ext cx="7315200" cy="3086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60" name="Google Shape;60;p2:notes"/>
          <p:cNvSpPr>
            <a:spLocks noGrp="1" noRot="1" noChangeAspect="1"/>
          </p:cNvSpPr>
          <p:nvPr>
            <p:ph type="sldImg" idx="2"/>
          </p:nvPr>
        </p:nvSpPr>
        <p:spPr>
          <a:xfrm>
            <a:off x="1524300" y="514350"/>
            <a:ext cx="6096300" cy="25717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6"/>
        <p:cNvGrpSpPr/>
        <p:nvPr/>
      </p:nvGrpSpPr>
      <p:grpSpPr>
        <a:xfrm>
          <a:off x="0" y="0"/>
          <a:ext cx="0" cy="0"/>
          <a:chOff x="0" y="0"/>
          <a:chExt cx="0" cy="0"/>
        </a:xfrm>
      </p:grpSpPr>
      <p:sp>
        <p:nvSpPr>
          <p:cNvPr id="67" name="Google Shape;67;p3:notes"/>
          <p:cNvSpPr txBox="1">
            <a:spLocks noGrp="1"/>
          </p:cNvSpPr>
          <p:nvPr>
            <p:ph type="body" idx="1"/>
          </p:nvPr>
        </p:nvSpPr>
        <p:spPr>
          <a:xfrm>
            <a:off x="914400" y="3257550"/>
            <a:ext cx="7315200" cy="3086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68" name="Google Shape;68;p3:notes"/>
          <p:cNvSpPr>
            <a:spLocks noGrp="1" noRot="1" noChangeAspect="1"/>
          </p:cNvSpPr>
          <p:nvPr>
            <p:ph type="sldImg" idx="2"/>
          </p:nvPr>
        </p:nvSpPr>
        <p:spPr>
          <a:xfrm>
            <a:off x="2857500" y="514350"/>
            <a:ext cx="3429000" cy="25717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3"/>
        <p:cNvGrpSpPr/>
        <p:nvPr/>
      </p:nvGrpSpPr>
      <p:grpSpPr>
        <a:xfrm>
          <a:off x="0" y="0"/>
          <a:ext cx="0" cy="0"/>
          <a:chOff x="0" y="0"/>
          <a:chExt cx="0" cy="0"/>
        </a:xfrm>
      </p:grpSpPr>
      <p:sp>
        <p:nvSpPr>
          <p:cNvPr id="74" name="Google Shape;74;p4:notes"/>
          <p:cNvSpPr txBox="1">
            <a:spLocks noGrp="1"/>
          </p:cNvSpPr>
          <p:nvPr>
            <p:ph type="body" idx="1"/>
          </p:nvPr>
        </p:nvSpPr>
        <p:spPr>
          <a:xfrm>
            <a:off x="914400" y="3257550"/>
            <a:ext cx="7315200" cy="3086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75" name="Google Shape;75;p4:notes"/>
          <p:cNvSpPr>
            <a:spLocks noGrp="1" noRot="1" noChangeAspect="1"/>
          </p:cNvSpPr>
          <p:nvPr>
            <p:ph type="sldImg" idx="2"/>
          </p:nvPr>
        </p:nvSpPr>
        <p:spPr>
          <a:xfrm>
            <a:off x="1524300" y="514350"/>
            <a:ext cx="6096300" cy="25717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9"/>
        <p:cNvGrpSpPr/>
        <p:nvPr/>
      </p:nvGrpSpPr>
      <p:grpSpPr>
        <a:xfrm>
          <a:off x="0" y="0"/>
          <a:ext cx="0" cy="0"/>
          <a:chOff x="0" y="0"/>
          <a:chExt cx="0" cy="0"/>
        </a:xfrm>
      </p:grpSpPr>
      <p:sp>
        <p:nvSpPr>
          <p:cNvPr id="80" name="Google Shape;80;p5:notes"/>
          <p:cNvSpPr txBox="1">
            <a:spLocks noGrp="1"/>
          </p:cNvSpPr>
          <p:nvPr>
            <p:ph type="body" idx="1"/>
          </p:nvPr>
        </p:nvSpPr>
        <p:spPr>
          <a:xfrm>
            <a:off x="914400" y="3257550"/>
            <a:ext cx="7315200" cy="3086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1" name="Google Shape;81;p5:notes"/>
          <p:cNvSpPr>
            <a:spLocks noGrp="1" noRot="1" noChangeAspect="1"/>
          </p:cNvSpPr>
          <p:nvPr>
            <p:ph type="sldImg" idx="2"/>
          </p:nvPr>
        </p:nvSpPr>
        <p:spPr>
          <a:xfrm>
            <a:off x="1524300" y="514350"/>
            <a:ext cx="6096300" cy="25717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6"/>
        <p:cNvGrpSpPr/>
        <p:nvPr/>
      </p:nvGrpSpPr>
      <p:grpSpPr>
        <a:xfrm>
          <a:off x="0" y="0"/>
          <a:ext cx="0" cy="0"/>
          <a:chOff x="0" y="0"/>
          <a:chExt cx="0" cy="0"/>
        </a:xfrm>
      </p:grpSpPr>
      <p:sp>
        <p:nvSpPr>
          <p:cNvPr id="87" name="Google Shape;87;p6:notes"/>
          <p:cNvSpPr txBox="1">
            <a:spLocks noGrp="1"/>
          </p:cNvSpPr>
          <p:nvPr>
            <p:ph type="body" idx="1"/>
          </p:nvPr>
        </p:nvSpPr>
        <p:spPr>
          <a:xfrm>
            <a:off x="914400" y="3257550"/>
            <a:ext cx="7315200" cy="3086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8" name="Google Shape;88;p6:notes"/>
          <p:cNvSpPr>
            <a:spLocks noGrp="1" noRot="1" noChangeAspect="1"/>
          </p:cNvSpPr>
          <p:nvPr>
            <p:ph type="sldImg" idx="2"/>
          </p:nvPr>
        </p:nvSpPr>
        <p:spPr>
          <a:xfrm>
            <a:off x="1524300" y="514350"/>
            <a:ext cx="6096300" cy="25717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3"/>
        <p:cNvGrpSpPr/>
        <p:nvPr/>
      </p:nvGrpSpPr>
      <p:grpSpPr>
        <a:xfrm>
          <a:off x="0" y="0"/>
          <a:ext cx="0" cy="0"/>
          <a:chOff x="0" y="0"/>
          <a:chExt cx="0" cy="0"/>
        </a:xfrm>
      </p:grpSpPr>
      <p:sp>
        <p:nvSpPr>
          <p:cNvPr id="94" name="Google Shape;94;p7:notes"/>
          <p:cNvSpPr txBox="1">
            <a:spLocks noGrp="1"/>
          </p:cNvSpPr>
          <p:nvPr>
            <p:ph type="body" idx="1"/>
          </p:nvPr>
        </p:nvSpPr>
        <p:spPr>
          <a:xfrm>
            <a:off x="914400" y="3257550"/>
            <a:ext cx="7315200" cy="3086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5" name="Google Shape;95;p7:notes"/>
          <p:cNvSpPr>
            <a:spLocks noGrp="1" noRot="1" noChangeAspect="1"/>
          </p:cNvSpPr>
          <p:nvPr>
            <p:ph type="sldImg" idx="2"/>
          </p:nvPr>
        </p:nvSpPr>
        <p:spPr>
          <a:xfrm>
            <a:off x="1524300" y="514350"/>
            <a:ext cx="6096300" cy="25717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8"/>
        <p:cNvGrpSpPr/>
        <p:nvPr/>
      </p:nvGrpSpPr>
      <p:grpSpPr>
        <a:xfrm>
          <a:off x="0" y="0"/>
          <a:ext cx="0" cy="0"/>
          <a:chOff x="0" y="0"/>
          <a:chExt cx="0" cy="0"/>
        </a:xfrm>
      </p:grpSpPr>
      <p:sp>
        <p:nvSpPr>
          <p:cNvPr id="109" name="Google Shape;109;p9:notes"/>
          <p:cNvSpPr txBox="1">
            <a:spLocks noGrp="1"/>
          </p:cNvSpPr>
          <p:nvPr>
            <p:ph type="body" idx="1"/>
          </p:nvPr>
        </p:nvSpPr>
        <p:spPr>
          <a:xfrm>
            <a:off x="914400" y="3257550"/>
            <a:ext cx="7315200" cy="3086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0" name="Google Shape;110;p9:notes"/>
          <p:cNvSpPr>
            <a:spLocks noGrp="1" noRot="1" noChangeAspect="1"/>
          </p:cNvSpPr>
          <p:nvPr>
            <p:ph type="sldImg" idx="2"/>
          </p:nvPr>
        </p:nvSpPr>
        <p:spPr>
          <a:xfrm>
            <a:off x="1524300" y="514350"/>
            <a:ext cx="6096300" cy="25717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5"/>
        <p:cNvGrpSpPr/>
        <p:nvPr/>
      </p:nvGrpSpPr>
      <p:grpSpPr>
        <a:xfrm>
          <a:off x="0" y="0"/>
          <a:ext cx="0" cy="0"/>
          <a:chOff x="0" y="0"/>
          <a:chExt cx="0" cy="0"/>
        </a:xfrm>
      </p:grpSpPr>
      <p:sp>
        <p:nvSpPr>
          <p:cNvPr id="116" name="Google Shape;116;p10:notes"/>
          <p:cNvSpPr txBox="1">
            <a:spLocks noGrp="1"/>
          </p:cNvSpPr>
          <p:nvPr>
            <p:ph type="body" idx="1"/>
          </p:nvPr>
        </p:nvSpPr>
        <p:spPr>
          <a:xfrm>
            <a:off x="914400" y="3257550"/>
            <a:ext cx="7315200" cy="3086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7" name="Google Shape;117;p10:notes"/>
          <p:cNvSpPr>
            <a:spLocks noGrp="1" noRot="1" noChangeAspect="1"/>
          </p:cNvSpPr>
          <p:nvPr>
            <p:ph type="sldImg" idx="2"/>
          </p:nvPr>
        </p:nvSpPr>
        <p:spPr>
          <a:xfrm>
            <a:off x="1524300" y="514350"/>
            <a:ext cx="6096300" cy="25717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2"/>
        <p:cNvGrpSpPr/>
        <p:nvPr/>
      </p:nvGrpSpPr>
      <p:grpSpPr>
        <a:xfrm>
          <a:off x="0" y="0"/>
          <a:ext cx="0" cy="0"/>
          <a:chOff x="0" y="0"/>
          <a:chExt cx="0" cy="0"/>
        </a:xfrm>
      </p:grpSpPr>
      <p:sp>
        <p:nvSpPr>
          <p:cNvPr id="123" name="Google Shape;123;p11:notes"/>
          <p:cNvSpPr txBox="1">
            <a:spLocks noGrp="1"/>
          </p:cNvSpPr>
          <p:nvPr>
            <p:ph type="body" idx="1"/>
          </p:nvPr>
        </p:nvSpPr>
        <p:spPr>
          <a:xfrm>
            <a:off x="914400" y="3257550"/>
            <a:ext cx="7315200" cy="3086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24" name="Google Shape;124;p11:notes"/>
          <p:cNvSpPr>
            <a:spLocks noGrp="1" noRot="1" noChangeAspect="1"/>
          </p:cNvSpPr>
          <p:nvPr>
            <p:ph type="sldImg" idx="2"/>
          </p:nvPr>
        </p:nvSpPr>
        <p:spPr>
          <a:xfrm>
            <a:off x="1524300" y="514350"/>
            <a:ext cx="6096300" cy="25717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9"/>
        <p:cNvGrpSpPr/>
        <p:nvPr/>
      </p:nvGrpSpPr>
      <p:grpSpPr>
        <a:xfrm>
          <a:off x="0" y="0"/>
          <a:ext cx="0" cy="0"/>
          <a:chOff x="0" y="0"/>
          <a:chExt cx="0" cy="0"/>
        </a:xfrm>
      </p:grpSpPr>
      <p:sp>
        <p:nvSpPr>
          <p:cNvPr id="130" name="Google Shape;130;p12:notes"/>
          <p:cNvSpPr txBox="1">
            <a:spLocks noGrp="1"/>
          </p:cNvSpPr>
          <p:nvPr>
            <p:ph type="body" idx="1"/>
          </p:nvPr>
        </p:nvSpPr>
        <p:spPr>
          <a:xfrm>
            <a:off x="914400" y="3257550"/>
            <a:ext cx="7315200" cy="3086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31" name="Google Shape;131;p12:notes"/>
          <p:cNvSpPr>
            <a:spLocks noGrp="1" noRot="1" noChangeAspect="1"/>
          </p:cNvSpPr>
          <p:nvPr>
            <p:ph type="sldImg" idx="2"/>
          </p:nvPr>
        </p:nvSpPr>
        <p:spPr>
          <a:xfrm>
            <a:off x="1524300" y="514350"/>
            <a:ext cx="6096300" cy="25717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6"/>
        <p:cNvGrpSpPr/>
        <p:nvPr/>
      </p:nvGrpSpPr>
      <p:grpSpPr>
        <a:xfrm>
          <a:off x="0" y="0"/>
          <a:ext cx="0" cy="0"/>
          <a:chOff x="0" y="0"/>
          <a:chExt cx="0" cy="0"/>
        </a:xfrm>
      </p:grpSpPr>
      <p:sp>
        <p:nvSpPr>
          <p:cNvPr id="137" name="Google Shape;137;p13:notes"/>
          <p:cNvSpPr txBox="1">
            <a:spLocks noGrp="1"/>
          </p:cNvSpPr>
          <p:nvPr>
            <p:ph type="body" idx="1"/>
          </p:nvPr>
        </p:nvSpPr>
        <p:spPr>
          <a:xfrm>
            <a:off x="914400" y="3257550"/>
            <a:ext cx="7315200" cy="3086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38" name="Google Shape;138;p13:notes"/>
          <p:cNvSpPr>
            <a:spLocks noGrp="1" noRot="1" noChangeAspect="1"/>
          </p:cNvSpPr>
          <p:nvPr>
            <p:ph type="sldImg" idx="2"/>
          </p:nvPr>
        </p:nvSpPr>
        <p:spPr>
          <a:xfrm>
            <a:off x="2857500" y="514350"/>
            <a:ext cx="3429000" cy="25717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3"/>
        <p:cNvGrpSpPr/>
        <p:nvPr/>
      </p:nvGrpSpPr>
      <p:grpSpPr>
        <a:xfrm>
          <a:off x="0" y="0"/>
          <a:ext cx="0" cy="0"/>
          <a:chOff x="0" y="0"/>
          <a:chExt cx="0" cy="0"/>
        </a:xfrm>
      </p:grpSpPr>
      <p:sp>
        <p:nvSpPr>
          <p:cNvPr id="144" name="Google Shape;144;p14:notes"/>
          <p:cNvSpPr txBox="1">
            <a:spLocks noGrp="1"/>
          </p:cNvSpPr>
          <p:nvPr>
            <p:ph type="body" idx="1"/>
          </p:nvPr>
        </p:nvSpPr>
        <p:spPr>
          <a:xfrm>
            <a:off x="914400" y="3257550"/>
            <a:ext cx="7315200" cy="3086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45" name="Google Shape;145;p14:notes"/>
          <p:cNvSpPr>
            <a:spLocks noGrp="1" noRot="1" noChangeAspect="1"/>
          </p:cNvSpPr>
          <p:nvPr>
            <p:ph type="sldImg" idx="2"/>
          </p:nvPr>
        </p:nvSpPr>
        <p:spPr>
          <a:xfrm>
            <a:off x="2857500" y="514350"/>
            <a:ext cx="3429000" cy="25717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0"/>
        <p:cNvGrpSpPr/>
        <p:nvPr/>
      </p:nvGrpSpPr>
      <p:grpSpPr>
        <a:xfrm>
          <a:off x="0" y="0"/>
          <a:ext cx="0" cy="0"/>
          <a:chOff x="0" y="0"/>
          <a:chExt cx="0" cy="0"/>
        </a:xfrm>
      </p:grpSpPr>
      <p:sp>
        <p:nvSpPr>
          <p:cNvPr id="151" name="Google Shape;151;p15:notes"/>
          <p:cNvSpPr txBox="1">
            <a:spLocks noGrp="1"/>
          </p:cNvSpPr>
          <p:nvPr>
            <p:ph type="body" idx="1"/>
          </p:nvPr>
        </p:nvSpPr>
        <p:spPr>
          <a:xfrm>
            <a:off x="914400" y="3257550"/>
            <a:ext cx="7315200" cy="3086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52" name="Google Shape;152;p15:notes"/>
          <p:cNvSpPr>
            <a:spLocks noGrp="1" noRot="1" noChangeAspect="1"/>
          </p:cNvSpPr>
          <p:nvPr>
            <p:ph type="sldImg" idx="2"/>
          </p:nvPr>
        </p:nvSpPr>
        <p:spPr>
          <a:xfrm>
            <a:off x="2857500" y="514350"/>
            <a:ext cx="3429000" cy="25717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7"/>
        <p:cNvGrpSpPr/>
        <p:nvPr/>
      </p:nvGrpSpPr>
      <p:grpSpPr>
        <a:xfrm>
          <a:off x="0" y="0"/>
          <a:ext cx="0" cy="0"/>
          <a:chOff x="0" y="0"/>
          <a:chExt cx="0" cy="0"/>
        </a:xfrm>
      </p:grpSpPr>
      <p:sp>
        <p:nvSpPr>
          <p:cNvPr id="158" name="Google Shape;158;p16:notes"/>
          <p:cNvSpPr txBox="1">
            <a:spLocks noGrp="1"/>
          </p:cNvSpPr>
          <p:nvPr>
            <p:ph type="body" idx="1"/>
          </p:nvPr>
        </p:nvSpPr>
        <p:spPr>
          <a:xfrm>
            <a:off x="914400" y="3257550"/>
            <a:ext cx="7315200" cy="3086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59" name="Google Shape;159;p16:notes"/>
          <p:cNvSpPr>
            <a:spLocks noGrp="1" noRot="1" noChangeAspect="1"/>
          </p:cNvSpPr>
          <p:nvPr>
            <p:ph type="sldImg" idx="2"/>
          </p:nvPr>
        </p:nvSpPr>
        <p:spPr>
          <a:xfrm>
            <a:off x="1524300" y="514350"/>
            <a:ext cx="6096300" cy="25717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5"/>
        <p:cNvGrpSpPr/>
        <p:nvPr/>
      </p:nvGrpSpPr>
      <p:grpSpPr>
        <a:xfrm>
          <a:off x="0" y="0"/>
          <a:ext cx="0" cy="0"/>
          <a:chOff x="0" y="0"/>
          <a:chExt cx="0" cy="0"/>
        </a:xfrm>
      </p:grpSpPr>
      <p:sp>
        <p:nvSpPr>
          <p:cNvPr id="166" name="Google Shape;166;p17:notes"/>
          <p:cNvSpPr txBox="1">
            <a:spLocks noGrp="1"/>
          </p:cNvSpPr>
          <p:nvPr>
            <p:ph type="body" idx="1"/>
          </p:nvPr>
        </p:nvSpPr>
        <p:spPr>
          <a:xfrm>
            <a:off x="914400" y="3257550"/>
            <a:ext cx="7315200" cy="3086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67" name="Google Shape;167;p17:notes"/>
          <p:cNvSpPr>
            <a:spLocks noGrp="1" noRot="1" noChangeAspect="1"/>
          </p:cNvSpPr>
          <p:nvPr>
            <p:ph type="sldImg" idx="2"/>
          </p:nvPr>
        </p:nvSpPr>
        <p:spPr>
          <a:xfrm>
            <a:off x="2857500" y="514350"/>
            <a:ext cx="3429000" cy="25717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2"/>
        <p:cNvGrpSpPr/>
        <p:nvPr/>
      </p:nvGrpSpPr>
      <p:grpSpPr>
        <a:xfrm>
          <a:off x="0" y="0"/>
          <a:ext cx="0" cy="0"/>
          <a:chOff x="0" y="0"/>
          <a:chExt cx="0" cy="0"/>
        </a:xfrm>
      </p:grpSpPr>
      <p:sp>
        <p:nvSpPr>
          <p:cNvPr id="173" name="Google Shape;173;p18:notes"/>
          <p:cNvSpPr txBox="1">
            <a:spLocks noGrp="1"/>
          </p:cNvSpPr>
          <p:nvPr>
            <p:ph type="body" idx="1"/>
          </p:nvPr>
        </p:nvSpPr>
        <p:spPr>
          <a:xfrm>
            <a:off x="914400" y="3257550"/>
            <a:ext cx="7315200" cy="3086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4" name="Google Shape;174;p18:notes"/>
          <p:cNvSpPr>
            <a:spLocks noGrp="1" noRot="1" noChangeAspect="1"/>
          </p:cNvSpPr>
          <p:nvPr>
            <p:ph type="sldImg" idx="2"/>
          </p:nvPr>
        </p:nvSpPr>
        <p:spPr>
          <a:xfrm>
            <a:off x="1524300" y="514350"/>
            <a:ext cx="6096300" cy="25717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9"/>
        <p:cNvGrpSpPr/>
        <p:nvPr/>
      </p:nvGrpSpPr>
      <p:grpSpPr>
        <a:xfrm>
          <a:off x="0" y="0"/>
          <a:ext cx="0" cy="0"/>
          <a:chOff x="0" y="0"/>
          <a:chExt cx="0" cy="0"/>
        </a:xfrm>
      </p:grpSpPr>
      <p:sp>
        <p:nvSpPr>
          <p:cNvPr id="180" name="Google Shape;180;p19:notes"/>
          <p:cNvSpPr txBox="1">
            <a:spLocks noGrp="1"/>
          </p:cNvSpPr>
          <p:nvPr>
            <p:ph type="body" idx="1"/>
          </p:nvPr>
        </p:nvSpPr>
        <p:spPr>
          <a:xfrm>
            <a:off x="914400" y="3257550"/>
            <a:ext cx="7315200" cy="3086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81" name="Google Shape;181;p19:notes"/>
          <p:cNvSpPr>
            <a:spLocks noGrp="1" noRot="1" noChangeAspect="1"/>
          </p:cNvSpPr>
          <p:nvPr>
            <p:ph type="sldImg" idx="2"/>
          </p:nvPr>
        </p:nvSpPr>
        <p:spPr>
          <a:xfrm>
            <a:off x="1524300" y="514350"/>
            <a:ext cx="6096300" cy="25717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7"/>
        <p:cNvGrpSpPr/>
        <p:nvPr/>
      </p:nvGrpSpPr>
      <p:grpSpPr>
        <a:xfrm>
          <a:off x="0" y="0"/>
          <a:ext cx="0" cy="0"/>
          <a:chOff x="0" y="0"/>
          <a:chExt cx="0" cy="0"/>
        </a:xfrm>
      </p:grpSpPr>
      <p:sp>
        <p:nvSpPr>
          <p:cNvPr id="188" name="Google Shape;188;p20:notes"/>
          <p:cNvSpPr txBox="1">
            <a:spLocks noGrp="1"/>
          </p:cNvSpPr>
          <p:nvPr>
            <p:ph type="body" idx="1"/>
          </p:nvPr>
        </p:nvSpPr>
        <p:spPr>
          <a:xfrm>
            <a:off x="914400" y="3257550"/>
            <a:ext cx="7315200" cy="3086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89" name="Google Shape;189;p20:notes"/>
          <p:cNvSpPr>
            <a:spLocks noGrp="1" noRot="1" noChangeAspect="1"/>
          </p:cNvSpPr>
          <p:nvPr>
            <p:ph type="sldImg" idx="2"/>
          </p:nvPr>
        </p:nvSpPr>
        <p:spPr>
          <a:xfrm>
            <a:off x="1524300" y="514350"/>
            <a:ext cx="6096300" cy="25717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4"/>
        <p:cNvGrpSpPr/>
        <p:nvPr/>
      </p:nvGrpSpPr>
      <p:grpSpPr>
        <a:xfrm>
          <a:off x="0" y="0"/>
          <a:ext cx="0" cy="0"/>
          <a:chOff x="0" y="0"/>
          <a:chExt cx="0" cy="0"/>
        </a:xfrm>
      </p:grpSpPr>
      <p:sp>
        <p:nvSpPr>
          <p:cNvPr id="195" name="Google Shape;195;p21:notes"/>
          <p:cNvSpPr txBox="1">
            <a:spLocks noGrp="1"/>
          </p:cNvSpPr>
          <p:nvPr>
            <p:ph type="body" idx="1"/>
          </p:nvPr>
        </p:nvSpPr>
        <p:spPr>
          <a:xfrm>
            <a:off x="914400" y="3257550"/>
            <a:ext cx="7315200" cy="3086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6" name="Google Shape;196;p21:notes"/>
          <p:cNvSpPr>
            <a:spLocks noGrp="1" noRot="1" noChangeAspect="1"/>
          </p:cNvSpPr>
          <p:nvPr>
            <p:ph type="sldImg" idx="2"/>
          </p:nvPr>
        </p:nvSpPr>
        <p:spPr>
          <a:xfrm>
            <a:off x="2857500" y="514350"/>
            <a:ext cx="3429000" cy="25717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1"/>
        <p:cNvGrpSpPr/>
        <p:nvPr/>
      </p:nvGrpSpPr>
      <p:grpSpPr>
        <a:xfrm>
          <a:off x="0" y="0"/>
          <a:ext cx="0" cy="0"/>
          <a:chOff x="0" y="0"/>
          <a:chExt cx="0" cy="0"/>
        </a:xfrm>
      </p:grpSpPr>
      <p:sp>
        <p:nvSpPr>
          <p:cNvPr id="202" name="Google Shape;202;p22:notes"/>
          <p:cNvSpPr txBox="1">
            <a:spLocks noGrp="1"/>
          </p:cNvSpPr>
          <p:nvPr>
            <p:ph type="body" idx="1"/>
          </p:nvPr>
        </p:nvSpPr>
        <p:spPr>
          <a:xfrm>
            <a:off x="914400" y="3257550"/>
            <a:ext cx="7315200" cy="3086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03" name="Google Shape;203;p22:notes"/>
          <p:cNvSpPr>
            <a:spLocks noGrp="1" noRot="1" noChangeAspect="1"/>
          </p:cNvSpPr>
          <p:nvPr>
            <p:ph type="sldImg" idx="2"/>
          </p:nvPr>
        </p:nvSpPr>
        <p:spPr>
          <a:xfrm>
            <a:off x="2857500" y="514350"/>
            <a:ext cx="3429000" cy="25717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8"/>
        <p:cNvGrpSpPr/>
        <p:nvPr/>
      </p:nvGrpSpPr>
      <p:grpSpPr>
        <a:xfrm>
          <a:off x="0" y="0"/>
          <a:ext cx="0" cy="0"/>
          <a:chOff x="0" y="0"/>
          <a:chExt cx="0" cy="0"/>
        </a:xfrm>
      </p:grpSpPr>
      <p:sp>
        <p:nvSpPr>
          <p:cNvPr id="209" name="Google Shape;209;p23:notes"/>
          <p:cNvSpPr txBox="1">
            <a:spLocks noGrp="1"/>
          </p:cNvSpPr>
          <p:nvPr>
            <p:ph type="body" idx="1"/>
          </p:nvPr>
        </p:nvSpPr>
        <p:spPr>
          <a:xfrm>
            <a:off x="914400" y="3257550"/>
            <a:ext cx="7315200" cy="3086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10" name="Google Shape;210;p23:notes"/>
          <p:cNvSpPr>
            <a:spLocks noGrp="1" noRot="1" noChangeAspect="1"/>
          </p:cNvSpPr>
          <p:nvPr>
            <p:ph type="sldImg" idx="2"/>
          </p:nvPr>
        </p:nvSpPr>
        <p:spPr>
          <a:xfrm>
            <a:off x="2857500" y="514350"/>
            <a:ext cx="3429000" cy="25717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5"/>
        <p:cNvGrpSpPr/>
        <p:nvPr/>
      </p:nvGrpSpPr>
      <p:grpSpPr>
        <a:xfrm>
          <a:off x="0" y="0"/>
          <a:ext cx="0" cy="0"/>
          <a:chOff x="0" y="0"/>
          <a:chExt cx="0" cy="0"/>
        </a:xfrm>
      </p:grpSpPr>
      <p:sp>
        <p:nvSpPr>
          <p:cNvPr id="216" name="Google Shape;216;p24:notes"/>
          <p:cNvSpPr txBox="1">
            <a:spLocks noGrp="1"/>
          </p:cNvSpPr>
          <p:nvPr>
            <p:ph type="body" idx="1"/>
          </p:nvPr>
        </p:nvSpPr>
        <p:spPr>
          <a:xfrm>
            <a:off x="914400" y="3257550"/>
            <a:ext cx="7315200" cy="3086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17" name="Google Shape;217;p24:notes"/>
          <p:cNvSpPr>
            <a:spLocks noGrp="1" noRot="1" noChangeAspect="1"/>
          </p:cNvSpPr>
          <p:nvPr>
            <p:ph type="sldImg" idx="2"/>
          </p:nvPr>
        </p:nvSpPr>
        <p:spPr>
          <a:xfrm>
            <a:off x="1524300" y="514350"/>
            <a:ext cx="6096300" cy="25717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4"/>
        <p:cNvGrpSpPr/>
        <p:nvPr/>
      </p:nvGrpSpPr>
      <p:grpSpPr>
        <a:xfrm>
          <a:off x="0" y="0"/>
          <a:ext cx="0" cy="0"/>
          <a:chOff x="0" y="0"/>
          <a:chExt cx="0" cy="0"/>
        </a:xfrm>
      </p:grpSpPr>
      <p:pic>
        <p:nvPicPr>
          <p:cNvPr id="25" name="Google Shape;25;p36" descr="LOGO.gif"/>
          <p:cNvPicPr preferRelativeResize="0"/>
          <p:nvPr/>
        </p:nvPicPr>
        <p:blipFill rotWithShape="1">
          <a:blip r:embed="rId2">
            <a:alphaModFix/>
          </a:blip>
          <a:srcRect b="10713"/>
          <a:stretch/>
        </p:blipFill>
        <p:spPr>
          <a:xfrm>
            <a:off x="6553200" y="228600"/>
            <a:ext cx="2057400" cy="635000"/>
          </a:xfrm>
          <a:prstGeom prst="rect">
            <a:avLst/>
          </a:prstGeom>
          <a:noFill/>
          <a:ln>
            <a:noFill/>
          </a:ln>
        </p:spPr>
      </p:pic>
      <p:grpSp>
        <p:nvGrpSpPr>
          <p:cNvPr id="26" name="Google Shape;26;p36"/>
          <p:cNvGrpSpPr/>
          <p:nvPr/>
        </p:nvGrpSpPr>
        <p:grpSpPr>
          <a:xfrm>
            <a:off x="6146800" y="0"/>
            <a:ext cx="2997200" cy="876300"/>
            <a:chOff x="6096000" y="3924300"/>
            <a:chExt cx="2997200" cy="876300"/>
          </a:xfrm>
        </p:grpSpPr>
        <p:sp>
          <p:nvSpPr>
            <p:cNvPr id="27" name="Google Shape;27;p36"/>
            <p:cNvSpPr/>
            <p:nvPr/>
          </p:nvSpPr>
          <p:spPr>
            <a:xfrm>
              <a:off x="6096000" y="3924300"/>
              <a:ext cx="2997200" cy="838200"/>
            </a:xfrm>
            <a:prstGeom prst="rect">
              <a:avLst/>
            </a:prstGeom>
            <a:solidFill>
              <a:srgbClr val="FF33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pic>
          <p:nvPicPr>
            <p:cNvPr id="28" name="Google Shape;28;p36" descr="LOGO.gif"/>
            <p:cNvPicPr preferRelativeResize="0"/>
            <p:nvPr/>
          </p:nvPicPr>
          <p:blipFill rotWithShape="1">
            <a:blip r:embed="rId2">
              <a:alphaModFix/>
            </a:blip>
            <a:srcRect b="10713"/>
            <a:stretch/>
          </p:blipFill>
          <p:spPr>
            <a:xfrm>
              <a:off x="6502400" y="4152900"/>
              <a:ext cx="2057400" cy="635000"/>
            </a:xfrm>
            <a:prstGeom prst="rect">
              <a:avLst/>
            </a:prstGeom>
            <a:noFill/>
            <a:ln>
              <a:noFill/>
            </a:ln>
          </p:spPr>
        </p:pic>
        <p:sp>
          <p:nvSpPr>
            <p:cNvPr id="29" name="Google Shape;29;p36"/>
            <p:cNvSpPr/>
            <p:nvPr/>
          </p:nvSpPr>
          <p:spPr>
            <a:xfrm>
              <a:off x="6477000" y="4114800"/>
              <a:ext cx="2076450" cy="6858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grpSp>
      <p:pic>
        <p:nvPicPr>
          <p:cNvPr id="30" name="Google Shape;30;p36" descr="logo.jpg"/>
          <p:cNvPicPr preferRelativeResize="0"/>
          <p:nvPr/>
        </p:nvPicPr>
        <p:blipFill rotWithShape="1">
          <a:blip r:embed="rId3">
            <a:alphaModFix/>
          </a:blip>
          <a:srcRect/>
          <a:stretch/>
        </p:blipFill>
        <p:spPr>
          <a:xfrm>
            <a:off x="6553200" y="228600"/>
            <a:ext cx="1920875" cy="609600"/>
          </a:xfrm>
          <a:prstGeom prst="rect">
            <a:avLst/>
          </a:prstGeom>
          <a:noFill/>
          <a:ln>
            <a:noFill/>
          </a:ln>
        </p:spPr>
      </p:pic>
      <p:sp>
        <p:nvSpPr>
          <p:cNvPr id="31" name="Google Shape;31;p36"/>
          <p:cNvSpPr txBox="1">
            <a:spLocks noGrp="1"/>
          </p:cNvSpPr>
          <p:nvPr>
            <p:ph type="title"/>
          </p:nvPr>
        </p:nvSpPr>
        <p:spPr>
          <a:xfrm>
            <a:off x="0" y="0"/>
            <a:ext cx="6477000" cy="8382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a:endParaRPr/>
          </a:p>
        </p:txBody>
      </p:sp>
      <p:sp>
        <p:nvSpPr>
          <p:cNvPr id="32" name="Google Shape;32;p36"/>
          <p:cNvSpPr txBox="1">
            <a:spLocks noGrp="1"/>
          </p:cNvSpPr>
          <p:nvPr>
            <p:ph type="body" idx="1"/>
          </p:nvPr>
        </p:nvSpPr>
        <p:spPr>
          <a:xfrm>
            <a:off x="457200" y="1371600"/>
            <a:ext cx="8229600" cy="4525963"/>
          </a:xfrm>
          <a:prstGeom prst="rect">
            <a:avLst/>
          </a:prstGeom>
          <a:noFill/>
          <a:ln>
            <a:noFill/>
          </a:ln>
        </p:spPr>
        <p:txBody>
          <a:bodyPr spcFirstLastPara="1" wrap="square" lIns="91425" tIns="45700" rIns="91425" bIns="45700" anchor="t" anchorCtr="0">
            <a:noAutofit/>
          </a:bodyPr>
          <a:lstStyle>
            <a:lvl1pPr marL="457200" lvl="0" indent="-342900" algn="l">
              <a:lnSpc>
                <a:spcPct val="100000"/>
              </a:lnSpc>
              <a:spcBef>
                <a:spcPts val="360"/>
              </a:spcBef>
              <a:spcAft>
                <a:spcPts val="0"/>
              </a:spcAft>
              <a:buClr>
                <a:schemeClr val="dk1"/>
              </a:buClr>
              <a:buSzPts val="1800"/>
              <a:buChar char="•"/>
              <a:defRPr/>
            </a:lvl1pPr>
            <a:lvl2pPr marL="914400" lvl="1" indent="-342900" algn="l">
              <a:lnSpc>
                <a:spcPct val="100000"/>
              </a:lnSpc>
              <a:spcBef>
                <a:spcPts val="360"/>
              </a:spcBef>
              <a:spcAft>
                <a:spcPts val="0"/>
              </a:spcAft>
              <a:buClr>
                <a:schemeClr val="dk1"/>
              </a:buClr>
              <a:buSzPts val="1800"/>
              <a:buChar char="–"/>
              <a:defRPr/>
            </a:lvl2pPr>
            <a:lvl3pPr marL="1371600" lvl="2" indent="-342900" algn="l">
              <a:lnSpc>
                <a:spcPct val="100000"/>
              </a:lnSpc>
              <a:spcBef>
                <a:spcPts val="360"/>
              </a:spcBef>
              <a:spcAft>
                <a:spcPts val="0"/>
              </a:spcAft>
              <a:buClr>
                <a:schemeClr val="dk1"/>
              </a:buClr>
              <a:buSzPts val="1800"/>
              <a:buChar char="•"/>
              <a:defRPr/>
            </a:lvl3pPr>
            <a:lvl4pPr marL="1828800" lvl="3" indent="-342900" algn="l">
              <a:lnSpc>
                <a:spcPct val="100000"/>
              </a:lnSpc>
              <a:spcBef>
                <a:spcPts val="360"/>
              </a:spcBef>
              <a:spcAft>
                <a:spcPts val="0"/>
              </a:spcAft>
              <a:buClr>
                <a:schemeClr val="dk1"/>
              </a:buClr>
              <a:buSzPts val="1800"/>
              <a:buChar char="–"/>
              <a:defRPr/>
            </a:lvl4pPr>
            <a:lvl5pPr marL="2286000" lvl="4" indent="-342900" algn="l">
              <a:lnSpc>
                <a:spcPct val="100000"/>
              </a:lnSpc>
              <a:spcBef>
                <a:spcPts val="360"/>
              </a:spcBef>
              <a:spcAft>
                <a:spcPts val="0"/>
              </a:spcAft>
              <a:buClr>
                <a:schemeClr val="dk1"/>
              </a:buClr>
              <a:buSzPts val="1800"/>
              <a:buChar char="»"/>
              <a:defRPr/>
            </a:lvl5pPr>
            <a:lvl6pPr marL="2743200" lvl="5" indent="-342900" algn="l">
              <a:lnSpc>
                <a:spcPct val="100000"/>
              </a:lnSpc>
              <a:spcBef>
                <a:spcPts val="360"/>
              </a:spcBef>
              <a:spcAft>
                <a:spcPts val="0"/>
              </a:spcAft>
              <a:buClr>
                <a:schemeClr val="dk1"/>
              </a:buClr>
              <a:buSzPts val="1800"/>
              <a:buChar char="•"/>
              <a:defRPr/>
            </a:lvl6pPr>
            <a:lvl7pPr marL="3200400" lvl="6" indent="-342900" algn="l">
              <a:lnSpc>
                <a:spcPct val="100000"/>
              </a:lnSpc>
              <a:spcBef>
                <a:spcPts val="360"/>
              </a:spcBef>
              <a:spcAft>
                <a:spcPts val="0"/>
              </a:spcAft>
              <a:buClr>
                <a:schemeClr val="dk1"/>
              </a:buClr>
              <a:buSzPts val="1800"/>
              <a:buChar char="•"/>
              <a:defRPr/>
            </a:lvl7pPr>
            <a:lvl8pPr marL="3657600" lvl="7" indent="-342900" algn="l">
              <a:lnSpc>
                <a:spcPct val="100000"/>
              </a:lnSpc>
              <a:spcBef>
                <a:spcPts val="360"/>
              </a:spcBef>
              <a:spcAft>
                <a:spcPts val="0"/>
              </a:spcAft>
              <a:buClr>
                <a:schemeClr val="dk1"/>
              </a:buClr>
              <a:buSzPts val="1800"/>
              <a:buChar char="•"/>
              <a:defRPr/>
            </a:lvl8pPr>
            <a:lvl9pPr marL="4114800" lvl="8" indent="-342900" algn="l">
              <a:lnSpc>
                <a:spcPct val="100000"/>
              </a:lnSpc>
              <a:spcBef>
                <a:spcPts val="360"/>
              </a:spcBef>
              <a:spcAft>
                <a:spcPts val="0"/>
              </a:spcAft>
              <a:buClr>
                <a:schemeClr val="dk1"/>
              </a:buClr>
              <a:buSzPts val="1800"/>
              <a:buChar char="•"/>
              <a:defRPr/>
            </a:lvl9pPr>
          </a:lstStyle>
          <a:p>
            <a:endParaRPr/>
          </a:p>
        </p:txBody>
      </p:sp>
      <p:sp>
        <p:nvSpPr>
          <p:cNvPr id="33" name="Google Shape;33;p36"/>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4" name="Google Shape;34;p36"/>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5" name="Google Shape;35;p36"/>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98989"/>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98989"/>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98989"/>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98989"/>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98989"/>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98989"/>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98989"/>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98989"/>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98989"/>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36"/>
        <p:cNvGrpSpPr/>
        <p:nvPr/>
      </p:nvGrpSpPr>
      <p:grpSpPr>
        <a:xfrm>
          <a:off x="0" y="0"/>
          <a:ext cx="0" cy="0"/>
          <a:chOff x="0" y="0"/>
          <a:chExt cx="0" cy="0"/>
        </a:xfrm>
      </p:grpSpPr>
      <p:sp>
        <p:nvSpPr>
          <p:cNvPr id="37" name="Google Shape;37;p37"/>
          <p:cNvSpPr txBox="1">
            <a:spLocks noGrp="1"/>
          </p:cNvSpPr>
          <p:nvPr>
            <p:ph type="ctrTitle"/>
          </p:nvPr>
        </p:nvSpPr>
        <p:spPr>
          <a:xfrm>
            <a:off x="0" y="1"/>
            <a:ext cx="5486400" cy="9144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a:endParaRPr/>
          </a:p>
        </p:txBody>
      </p:sp>
      <p:sp>
        <p:nvSpPr>
          <p:cNvPr id="38" name="Google Shape;38;p37"/>
          <p:cNvSpPr txBox="1">
            <a:spLocks noGrp="1"/>
          </p:cNvSpPr>
          <p:nvPr>
            <p:ph type="subTitle" idx="1"/>
          </p:nvPr>
        </p:nvSpPr>
        <p:spPr>
          <a:xfrm>
            <a:off x="533400" y="1371600"/>
            <a:ext cx="8153400" cy="4724400"/>
          </a:xfrm>
          <a:prstGeom prst="rect">
            <a:avLst/>
          </a:prstGeom>
          <a:noFill/>
          <a:ln>
            <a:noFill/>
          </a:ln>
        </p:spPr>
        <p:txBody>
          <a:bodyPr spcFirstLastPara="1" wrap="square" lIns="91425" tIns="45700" rIns="91425" bIns="45700" anchor="t" anchorCtr="0">
            <a:noAutofit/>
          </a:bodyPr>
          <a:lstStyle>
            <a:lvl1pPr lvl="0" algn="ctr">
              <a:lnSpc>
                <a:spcPct val="100000"/>
              </a:lnSpc>
              <a:spcBef>
                <a:spcPts val="640"/>
              </a:spcBef>
              <a:spcAft>
                <a:spcPts val="0"/>
              </a:spcAft>
              <a:buClr>
                <a:srgbClr val="888888"/>
              </a:buClr>
              <a:buSzPts val="3200"/>
              <a:buNone/>
              <a:defRPr>
                <a:solidFill>
                  <a:srgbClr val="888888"/>
                </a:solidFill>
              </a:defRPr>
            </a:lvl1pPr>
            <a:lvl2pPr lvl="1" algn="ctr">
              <a:lnSpc>
                <a:spcPct val="100000"/>
              </a:lnSpc>
              <a:spcBef>
                <a:spcPts val="560"/>
              </a:spcBef>
              <a:spcAft>
                <a:spcPts val="0"/>
              </a:spcAft>
              <a:buClr>
                <a:srgbClr val="888888"/>
              </a:buClr>
              <a:buSzPts val="2800"/>
              <a:buNone/>
              <a:defRPr>
                <a:solidFill>
                  <a:srgbClr val="888888"/>
                </a:solidFill>
              </a:defRPr>
            </a:lvl2pPr>
            <a:lvl3pPr lvl="2" algn="ctr">
              <a:lnSpc>
                <a:spcPct val="100000"/>
              </a:lnSpc>
              <a:spcBef>
                <a:spcPts val="480"/>
              </a:spcBef>
              <a:spcAft>
                <a:spcPts val="0"/>
              </a:spcAft>
              <a:buClr>
                <a:srgbClr val="888888"/>
              </a:buClr>
              <a:buSzPts val="2400"/>
              <a:buNone/>
              <a:defRPr>
                <a:solidFill>
                  <a:srgbClr val="888888"/>
                </a:solidFill>
              </a:defRPr>
            </a:lvl3pPr>
            <a:lvl4pPr lvl="3" algn="ctr">
              <a:lnSpc>
                <a:spcPct val="100000"/>
              </a:lnSpc>
              <a:spcBef>
                <a:spcPts val="400"/>
              </a:spcBef>
              <a:spcAft>
                <a:spcPts val="0"/>
              </a:spcAft>
              <a:buClr>
                <a:srgbClr val="888888"/>
              </a:buClr>
              <a:buSzPts val="2000"/>
              <a:buNone/>
              <a:defRPr>
                <a:solidFill>
                  <a:srgbClr val="888888"/>
                </a:solidFill>
              </a:defRPr>
            </a:lvl4pPr>
            <a:lvl5pPr lvl="4" algn="ctr">
              <a:lnSpc>
                <a:spcPct val="100000"/>
              </a:lnSpc>
              <a:spcBef>
                <a:spcPts val="400"/>
              </a:spcBef>
              <a:spcAft>
                <a:spcPts val="0"/>
              </a:spcAft>
              <a:buClr>
                <a:srgbClr val="888888"/>
              </a:buClr>
              <a:buSzPts val="2000"/>
              <a:buNone/>
              <a:defRPr>
                <a:solidFill>
                  <a:srgbClr val="888888"/>
                </a:solidFill>
              </a:defRPr>
            </a:lvl5pPr>
            <a:lvl6pPr lvl="5" algn="ctr">
              <a:lnSpc>
                <a:spcPct val="100000"/>
              </a:lnSpc>
              <a:spcBef>
                <a:spcPts val="400"/>
              </a:spcBef>
              <a:spcAft>
                <a:spcPts val="0"/>
              </a:spcAft>
              <a:buClr>
                <a:srgbClr val="888888"/>
              </a:buClr>
              <a:buSzPts val="2000"/>
              <a:buNone/>
              <a:defRPr>
                <a:solidFill>
                  <a:srgbClr val="888888"/>
                </a:solidFill>
              </a:defRPr>
            </a:lvl6pPr>
            <a:lvl7pPr lvl="6" algn="ctr">
              <a:lnSpc>
                <a:spcPct val="100000"/>
              </a:lnSpc>
              <a:spcBef>
                <a:spcPts val="400"/>
              </a:spcBef>
              <a:spcAft>
                <a:spcPts val="0"/>
              </a:spcAft>
              <a:buClr>
                <a:srgbClr val="888888"/>
              </a:buClr>
              <a:buSzPts val="2000"/>
              <a:buNone/>
              <a:defRPr>
                <a:solidFill>
                  <a:srgbClr val="888888"/>
                </a:solidFill>
              </a:defRPr>
            </a:lvl7pPr>
            <a:lvl8pPr lvl="7" algn="ctr">
              <a:lnSpc>
                <a:spcPct val="100000"/>
              </a:lnSpc>
              <a:spcBef>
                <a:spcPts val="400"/>
              </a:spcBef>
              <a:spcAft>
                <a:spcPts val="0"/>
              </a:spcAft>
              <a:buClr>
                <a:srgbClr val="888888"/>
              </a:buClr>
              <a:buSzPts val="2000"/>
              <a:buNone/>
              <a:defRPr>
                <a:solidFill>
                  <a:srgbClr val="888888"/>
                </a:solidFill>
              </a:defRPr>
            </a:lvl8pPr>
            <a:lvl9pPr lvl="8" algn="ctr">
              <a:lnSpc>
                <a:spcPct val="100000"/>
              </a:lnSpc>
              <a:spcBef>
                <a:spcPts val="400"/>
              </a:spcBef>
              <a:spcAft>
                <a:spcPts val="0"/>
              </a:spcAft>
              <a:buClr>
                <a:srgbClr val="888888"/>
              </a:buClr>
              <a:buSzPts val="2000"/>
              <a:buNone/>
              <a:defRPr>
                <a:solidFill>
                  <a:srgbClr val="888888"/>
                </a:solidFill>
              </a:defRPr>
            </a:lvl9pPr>
          </a:lstStyle>
          <a:p>
            <a:endParaRPr/>
          </a:p>
        </p:txBody>
      </p:sp>
      <p:sp>
        <p:nvSpPr>
          <p:cNvPr id="39" name="Google Shape;39;p37"/>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0" name="Google Shape;40;p37"/>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1" name="Google Shape;41;p37"/>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98989"/>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98989"/>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98989"/>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98989"/>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98989"/>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98989"/>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98989"/>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98989"/>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98989"/>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matchingName="Blank">
  <p:cSld name="Blank">
    <p:bg>
      <p:bgPr>
        <a:solidFill>
          <a:schemeClr val="lt1"/>
        </a:solidFill>
        <a:effectLst/>
      </p:bgPr>
    </p:bg>
    <p:spTree>
      <p:nvGrpSpPr>
        <p:cNvPr id="1" name="Shape 26"/>
        <p:cNvGrpSpPr/>
        <p:nvPr/>
      </p:nvGrpSpPr>
      <p:grpSpPr>
        <a:xfrm>
          <a:off x="0" y="0"/>
          <a:ext cx="0" cy="0"/>
          <a:chOff x="0" y="0"/>
          <a:chExt cx="0" cy="0"/>
        </a:xfrm>
      </p:grpSpPr>
      <p:sp>
        <p:nvSpPr>
          <p:cNvPr id="27" name="Google Shape;27;p27"/>
          <p:cNvSpPr/>
          <p:nvPr/>
        </p:nvSpPr>
        <p:spPr>
          <a:xfrm>
            <a:off x="0" y="0"/>
            <a:ext cx="9144000" cy="838200"/>
          </a:xfrm>
          <a:custGeom>
            <a:avLst/>
            <a:gdLst/>
            <a:ahLst/>
            <a:cxnLst/>
            <a:rect l="l" t="t" r="r" b="b"/>
            <a:pathLst>
              <a:path w="9144000" h="838200" extrusionOk="0">
                <a:moveTo>
                  <a:pt x="9144000" y="0"/>
                </a:moveTo>
                <a:lnTo>
                  <a:pt x="0" y="0"/>
                </a:lnTo>
                <a:lnTo>
                  <a:pt x="0" y="838200"/>
                </a:lnTo>
                <a:lnTo>
                  <a:pt x="9144000" y="838200"/>
                </a:lnTo>
                <a:lnTo>
                  <a:pt x="9144000" y="0"/>
                </a:lnTo>
                <a:close/>
              </a:path>
            </a:pathLst>
          </a:custGeom>
          <a:solidFill>
            <a:srgbClr val="FF3300"/>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pic>
        <p:nvPicPr>
          <p:cNvPr id="28" name="Google Shape;28;p27"/>
          <p:cNvPicPr preferRelativeResize="0"/>
          <p:nvPr/>
        </p:nvPicPr>
        <p:blipFill rotWithShape="1">
          <a:blip r:embed="rId2">
            <a:alphaModFix/>
          </a:blip>
          <a:srcRect/>
          <a:stretch/>
        </p:blipFill>
        <p:spPr>
          <a:xfrm>
            <a:off x="0" y="6755891"/>
            <a:ext cx="8993886" cy="101346"/>
          </a:xfrm>
          <a:prstGeom prst="rect">
            <a:avLst/>
          </a:prstGeom>
          <a:noFill/>
          <a:ln>
            <a:noFill/>
          </a:ln>
        </p:spPr>
      </p:pic>
      <p:pic>
        <p:nvPicPr>
          <p:cNvPr id="29" name="Google Shape;29;p27"/>
          <p:cNvPicPr preferRelativeResize="0"/>
          <p:nvPr/>
        </p:nvPicPr>
        <p:blipFill rotWithShape="1">
          <a:blip r:embed="rId3">
            <a:alphaModFix/>
          </a:blip>
          <a:srcRect/>
          <a:stretch/>
        </p:blipFill>
        <p:spPr>
          <a:xfrm>
            <a:off x="6553199" y="228600"/>
            <a:ext cx="2057400" cy="635508"/>
          </a:xfrm>
          <a:prstGeom prst="rect">
            <a:avLst/>
          </a:prstGeom>
          <a:noFill/>
          <a:ln>
            <a:noFill/>
          </a:ln>
        </p:spPr>
      </p:pic>
      <p:sp>
        <p:nvSpPr>
          <p:cNvPr id="30" name="Google Shape;30;p27"/>
          <p:cNvSpPr txBox="1">
            <a:spLocks noGrp="1"/>
          </p:cNvSpPr>
          <p:nvPr>
            <p:ph type="ftr" idx="11"/>
          </p:nvPr>
        </p:nvSpPr>
        <p:spPr>
          <a:xfrm>
            <a:off x="3108960" y="6377940"/>
            <a:ext cx="2926080" cy="342900"/>
          </a:xfrm>
          <a:prstGeom prst="rect">
            <a:avLst/>
          </a:prstGeom>
          <a:noFill/>
          <a:ln>
            <a:noFill/>
          </a:ln>
        </p:spPr>
        <p:txBody>
          <a:bodyPr spcFirstLastPara="1" wrap="square" lIns="0" tIns="0" rIns="0" bIns="0" anchor="t" anchorCtr="0">
            <a:spAutoFit/>
          </a:bodyPr>
          <a:lstStyle>
            <a:lvl1pPr lvl="0" algn="ctr">
              <a:spcBef>
                <a:spcPts val="0"/>
              </a:spcBef>
              <a:spcAft>
                <a:spcPts val="0"/>
              </a:spcAft>
              <a:buSzPts val="1400"/>
              <a:buNone/>
              <a:defRPr>
                <a:solidFill>
                  <a:srgbClr val="888888"/>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1" name="Google Shape;31;p27"/>
          <p:cNvSpPr txBox="1">
            <a:spLocks noGrp="1"/>
          </p:cNvSpPr>
          <p:nvPr>
            <p:ph type="dt" idx="10"/>
          </p:nvPr>
        </p:nvSpPr>
        <p:spPr>
          <a:xfrm>
            <a:off x="457200" y="6377940"/>
            <a:ext cx="2103120" cy="342900"/>
          </a:xfrm>
          <a:prstGeom prst="rect">
            <a:avLst/>
          </a:prstGeom>
          <a:noFill/>
          <a:ln>
            <a:noFill/>
          </a:ln>
        </p:spPr>
        <p:txBody>
          <a:bodyPr spcFirstLastPara="1" wrap="square" lIns="0" tIns="0" rIns="0" bIns="0" anchor="t" anchorCtr="0">
            <a:spAutoFit/>
          </a:bodyPr>
          <a:lstStyle>
            <a:lvl1pPr lvl="0" algn="l">
              <a:spcBef>
                <a:spcPts val="0"/>
              </a:spcBef>
              <a:spcAft>
                <a:spcPts val="0"/>
              </a:spcAft>
              <a:buSzPts val="1400"/>
              <a:buNone/>
              <a:defRPr>
                <a:solidFill>
                  <a:srgbClr val="888888"/>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2" name="Google Shape;32;p27"/>
          <p:cNvSpPr txBox="1">
            <a:spLocks noGrp="1"/>
          </p:cNvSpPr>
          <p:nvPr>
            <p:ph type="sldNum" idx="12"/>
          </p:nvPr>
        </p:nvSpPr>
        <p:spPr>
          <a:xfrm>
            <a:off x="6583680" y="6377940"/>
            <a:ext cx="2103120" cy="342900"/>
          </a:xfrm>
          <a:prstGeom prst="rect">
            <a:avLst/>
          </a:prstGeom>
          <a:noFill/>
          <a:ln>
            <a:noFill/>
          </a:ln>
        </p:spPr>
        <p:txBody>
          <a:bodyPr spcFirstLastPara="1" wrap="square" lIns="0" tIns="0" rIns="0" bIns="0" anchor="t" anchorCtr="0">
            <a:spAutoFit/>
          </a:bodyPr>
          <a:lstStyle>
            <a:lvl1pPr marL="0" lvl="0" indent="0" algn="r">
              <a:spcBef>
                <a:spcPts val="0"/>
              </a:spcBef>
              <a:buNone/>
              <a:defRPr>
                <a:solidFill>
                  <a:srgbClr val="888888"/>
                </a:solidFill>
              </a:defRPr>
            </a:lvl1pPr>
            <a:lvl2pPr marL="0" lvl="1" indent="0" algn="r">
              <a:spcBef>
                <a:spcPts val="0"/>
              </a:spcBef>
              <a:buNone/>
              <a:defRPr>
                <a:solidFill>
                  <a:srgbClr val="888888"/>
                </a:solidFill>
              </a:defRPr>
            </a:lvl2pPr>
            <a:lvl3pPr marL="0" lvl="2" indent="0" algn="r">
              <a:spcBef>
                <a:spcPts val="0"/>
              </a:spcBef>
              <a:buNone/>
              <a:defRPr>
                <a:solidFill>
                  <a:srgbClr val="888888"/>
                </a:solidFill>
              </a:defRPr>
            </a:lvl3pPr>
            <a:lvl4pPr marL="0" lvl="3" indent="0" algn="r">
              <a:spcBef>
                <a:spcPts val="0"/>
              </a:spcBef>
              <a:buNone/>
              <a:defRPr>
                <a:solidFill>
                  <a:srgbClr val="888888"/>
                </a:solidFill>
              </a:defRPr>
            </a:lvl4pPr>
            <a:lvl5pPr marL="0" lvl="4" indent="0" algn="r">
              <a:spcBef>
                <a:spcPts val="0"/>
              </a:spcBef>
              <a:buNone/>
              <a:defRPr>
                <a:solidFill>
                  <a:srgbClr val="888888"/>
                </a:solidFill>
              </a:defRPr>
            </a:lvl5pPr>
            <a:lvl6pPr marL="0" lvl="5" indent="0" algn="r">
              <a:spcBef>
                <a:spcPts val="0"/>
              </a:spcBef>
              <a:buNone/>
              <a:defRPr>
                <a:solidFill>
                  <a:srgbClr val="888888"/>
                </a:solidFill>
              </a:defRPr>
            </a:lvl6pPr>
            <a:lvl7pPr marL="0" lvl="6" indent="0" algn="r">
              <a:spcBef>
                <a:spcPts val="0"/>
              </a:spcBef>
              <a:buNone/>
              <a:defRPr>
                <a:solidFill>
                  <a:srgbClr val="888888"/>
                </a:solidFill>
              </a:defRPr>
            </a:lvl7pPr>
            <a:lvl8pPr marL="0" lvl="7" indent="0" algn="r">
              <a:spcBef>
                <a:spcPts val="0"/>
              </a:spcBef>
              <a:buNone/>
              <a:defRPr>
                <a:solidFill>
                  <a:srgbClr val="888888"/>
                </a:solidFill>
              </a:defRPr>
            </a:lvl8pPr>
            <a:lvl9pPr marL="0" lvl="8" indent="0" algn="r">
              <a:spcBef>
                <a:spcPts val="0"/>
              </a:spcBef>
              <a:buNone/>
              <a:defRPr>
                <a:solidFill>
                  <a:srgbClr val="888888"/>
                </a:solidFill>
              </a:defRPr>
            </a:lvl9pPr>
          </a:lstStyle>
          <a:p>
            <a:pPr marL="0" lvl="0" indent="0" algn="r" rtl="0">
              <a:spcBef>
                <a:spcPts val="0"/>
              </a:spcBef>
              <a:spcAft>
                <a:spcPts val="0"/>
              </a:spcAft>
              <a:buNone/>
            </a:pPr>
            <a:fld id="{00000000-1234-1234-1234-123412341234}" type="slidenum">
              <a:rPr lang="en-GB"/>
              <a:t>‹#›</a:t>
            </a:fld>
            <a:endParaRPr sz="1800">
              <a:latin typeface="Calibri"/>
              <a:ea typeface="Calibri"/>
              <a:cs typeface="Calibri"/>
              <a:sym typeface="Calibri"/>
            </a:endParaRPr>
          </a:p>
        </p:txBody>
      </p:sp>
    </p:spTree>
    <p:extLst>
      <p:ext uri="{BB962C8B-B14F-4D97-AF65-F5344CB8AC3E}">
        <p14:creationId xmlns:p14="http://schemas.microsoft.com/office/powerpoint/2010/main" val="2381976583"/>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image" Target="../media/image2.jpg"/><Relationship Id="rId5" Type="http://schemas.openxmlformats.org/officeDocument/2006/relationships/image" Target="../media/image1.png"/><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35"/>
          <p:cNvSpPr txBox="1">
            <a:spLocks noGrp="1"/>
          </p:cNvSpPr>
          <p:nvPr>
            <p:ph type="title"/>
          </p:nvPr>
        </p:nvSpPr>
        <p:spPr>
          <a:xfrm>
            <a:off x="0" y="0"/>
            <a:ext cx="6477000" cy="838200"/>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3000" b="0" i="0" u="none" strike="noStrike" cap="none">
                <a:solidFill>
                  <a:schemeClr val="dk1"/>
                </a:solidFill>
                <a:latin typeface="Calibri"/>
                <a:ea typeface="Calibri"/>
                <a:cs typeface="Calibri"/>
                <a:sym typeface="Calibri"/>
              </a:defRPr>
            </a:lvl1pPr>
            <a:lvl2pPr marR="0" lvl="1" algn="ctr" rtl="0">
              <a:lnSpc>
                <a:spcPct val="100000"/>
              </a:lnSpc>
              <a:spcBef>
                <a:spcPts val="0"/>
              </a:spcBef>
              <a:spcAft>
                <a:spcPts val="0"/>
              </a:spcAft>
              <a:buClr>
                <a:srgbClr val="000000"/>
              </a:buClr>
              <a:buSzPts val="1400"/>
              <a:buFont typeface="Arial"/>
              <a:buNone/>
              <a:defRPr sz="3000" b="0" i="0" u="none" strike="noStrike" cap="none">
                <a:solidFill>
                  <a:schemeClr val="dk1"/>
                </a:solidFill>
                <a:latin typeface="Calibri"/>
                <a:ea typeface="Calibri"/>
                <a:cs typeface="Calibri"/>
                <a:sym typeface="Calibri"/>
              </a:defRPr>
            </a:lvl2pPr>
            <a:lvl3pPr marR="0" lvl="2" algn="ctr" rtl="0">
              <a:lnSpc>
                <a:spcPct val="100000"/>
              </a:lnSpc>
              <a:spcBef>
                <a:spcPts val="0"/>
              </a:spcBef>
              <a:spcAft>
                <a:spcPts val="0"/>
              </a:spcAft>
              <a:buClr>
                <a:srgbClr val="000000"/>
              </a:buClr>
              <a:buSzPts val="1400"/>
              <a:buFont typeface="Arial"/>
              <a:buNone/>
              <a:defRPr sz="3000" b="0" i="0" u="none" strike="noStrike" cap="none">
                <a:solidFill>
                  <a:schemeClr val="dk1"/>
                </a:solidFill>
                <a:latin typeface="Calibri"/>
                <a:ea typeface="Calibri"/>
                <a:cs typeface="Calibri"/>
                <a:sym typeface="Calibri"/>
              </a:defRPr>
            </a:lvl3pPr>
            <a:lvl4pPr marR="0" lvl="3" algn="ctr" rtl="0">
              <a:lnSpc>
                <a:spcPct val="100000"/>
              </a:lnSpc>
              <a:spcBef>
                <a:spcPts val="0"/>
              </a:spcBef>
              <a:spcAft>
                <a:spcPts val="0"/>
              </a:spcAft>
              <a:buClr>
                <a:srgbClr val="000000"/>
              </a:buClr>
              <a:buSzPts val="1400"/>
              <a:buFont typeface="Arial"/>
              <a:buNone/>
              <a:defRPr sz="3000" b="0" i="0" u="none" strike="noStrike" cap="none">
                <a:solidFill>
                  <a:schemeClr val="dk1"/>
                </a:solidFill>
                <a:latin typeface="Calibri"/>
                <a:ea typeface="Calibri"/>
                <a:cs typeface="Calibri"/>
                <a:sym typeface="Calibri"/>
              </a:defRPr>
            </a:lvl4pPr>
            <a:lvl5pPr marR="0" lvl="4" algn="ctr" rtl="0">
              <a:lnSpc>
                <a:spcPct val="100000"/>
              </a:lnSpc>
              <a:spcBef>
                <a:spcPts val="0"/>
              </a:spcBef>
              <a:spcAft>
                <a:spcPts val="0"/>
              </a:spcAft>
              <a:buClr>
                <a:srgbClr val="000000"/>
              </a:buClr>
              <a:buSzPts val="1400"/>
              <a:buFont typeface="Arial"/>
              <a:buNone/>
              <a:defRPr sz="3000" b="0" i="0" u="none" strike="noStrike" cap="none">
                <a:solidFill>
                  <a:schemeClr val="dk1"/>
                </a:solidFill>
                <a:latin typeface="Calibri"/>
                <a:ea typeface="Calibri"/>
                <a:cs typeface="Calibri"/>
                <a:sym typeface="Calibri"/>
              </a:defRPr>
            </a:lvl5pPr>
            <a:lvl6pPr marR="0" lvl="5" algn="ctr" rtl="0">
              <a:lnSpc>
                <a:spcPct val="100000"/>
              </a:lnSpc>
              <a:spcBef>
                <a:spcPts val="0"/>
              </a:spcBef>
              <a:spcAft>
                <a:spcPts val="0"/>
              </a:spcAft>
              <a:buClr>
                <a:srgbClr val="000000"/>
              </a:buClr>
              <a:buSzPts val="1400"/>
              <a:buFont typeface="Arial"/>
              <a:buNone/>
              <a:defRPr sz="3000" b="0" i="0" u="none" strike="noStrike" cap="none">
                <a:solidFill>
                  <a:schemeClr val="dk1"/>
                </a:solidFill>
                <a:latin typeface="Calibri"/>
                <a:ea typeface="Calibri"/>
                <a:cs typeface="Calibri"/>
                <a:sym typeface="Calibri"/>
              </a:defRPr>
            </a:lvl6pPr>
            <a:lvl7pPr marR="0" lvl="6" algn="ctr" rtl="0">
              <a:lnSpc>
                <a:spcPct val="100000"/>
              </a:lnSpc>
              <a:spcBef>
                <a:spcPts val="0"/>
              </a:spcBef>
              <a:spcAft>
                <a:spcPts val="0"/>
              </a:spcAft>
              <a:buClr>
                <a:srgbClr val="000000"/>
              </a:buClr>
              <a:buSzPts val="1400"/>
              <a:buFont typeface="Arial"/>
              <a:buNone/>
              <a:defRPr sz="3000" b="0" i="0" u="none" strike="noStrike" cap="none">
                <a:solidFill>
                  <a:schemeClr val="dk1"/>
                </a:solidFill>
                <a:latin typeface="Calibri"/>
                <a:ea typeface="Calibri"/>
                <a:cs typeface="Calibri"/>
                <a:sym typeface="Calibri"/>
              </a:defRPr>
            </a:lvl7pPr>
            <a:lvl8pPr marR="0" lvl="7" algn="ctr" rtl="0">
              <a:lnSpc>
                <a:spcPct val="100000"/>
              </a:lnSpc>
              <a:spcBef>
                <a:spcPts val="0"/>
              </a:spcBef>
              <a:spcAft>
                <a:spcPts val="0"/>
              </a:spcAft>
              <a:buClr>
                <a:srgbClr val="000000"/>
              </a:buClr>
              <a:buSzPts val="1400"/>
              <a:buFont typeface="Arial"/>
              <a:buNone/>
              <a:defRPr sz="3000" b="0" i="0" u="none" strike="noStrike" cap="none">
                <a:solidFill>
                  <a:schemeClr val="dk1"/>
                </a:solidFill>
                <a:latin typeface="Calibri"/>
                <a:ea typeface="Calibri"/>
                <a:cs typeface="Calibri"/>
                <a:sym typeface="Calibri"/>
              </a:defRPr>
            </a:lvl8pPr>
            <a:lvl9pPr marR="0" lvl="8" algn="ctr" rtl="0">
              <a:lnSpc>
                <a:spcPct val="100000"/>
              </a:lnSpc>
              <a:spcBef>
                <a:spcPts val="0"/>
              </a:spcBef>
              <a:spcAft>
                <a:spcPts val="0"/>
              </a:spcAft>
              <a:buClr>
                <a:srgbClr val="000000"/>
              </a:buClr>
              <a:buSzPts val="1400"/>
              <a:buFont typeface="Arial"/>
              <a:buNone/>
              <a:defRPr sz="3000" b="0" i="0" u="none" strike="noStrike" cap="none">
                <a:solidFill>
                  <a:schemeClr val="dk1"/>
                </a:solidFill>
                <a:latin typeface="Calibri"/>
                <a:ea typeface="Calibri"/>
                <a:cs typeface="Calibri"/>
                <a:sym typeface="Calibri"/>
              </a:defRPr>
            </a:lvl9pPr>
          </a:lstStyle>
          <a:p>
            <a:endParaRPr/>
          </a:p>
        </p:txBody>
      </p:sp>
      <p:sp>
        <p:nvSpPr>
          <p:cNvPr id="11" name="Google Shape;11;p35"/>
          <p:cNvSpPr txBox="1">
            <a:spLocks noGrp="1"/>
          </p:cNvSpPr>
          <p:nvPr>
            <p:ph type="body" idx="1"/>
          </p:nvPr>
        </p:nvSpPr>
        <p:spPr>
          <a:xfrm>
            <a:off x="457200" y="1371600"/>
            <a:ext cx="8229600" cy="4525963"/>
          </a:xfrm>
          <a:prstGeom prst="rect">
            <a:avLst/>
          </a:prstGeom>
          <a:noFill/>
          <a:ln>
            <a:noFill/>
          </a:ln>
        </p:spPr>
        <p:txBody>
          <a:bodyPr spcFirstLastPara="1" wrap="square" lIns="91425" tIns="45700" rIns="91425" bIns="45700" anchor="t" anchorCtr="0">
            <a:noAutofit/>
          </a:bodyPr>
          <a:lstStyle>
            <a:lvl1pPr marL="457200" marR="0" lvl="0" indent="-431800" algn="l" rtl="0">
              <a:lnSpc>
                <a:spcPct val="100000"/>
              </a:lnSpc>
              <a:spcBef>
                <a:spcPts val="640"/>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1pPr>
            <a:lvl2pPr marL="914400" marR="0" lvl="1" indent="-406400" algn="l" rtl="0">
              <a:lnSpc>
                <a:spcPct val="100000"/>
              </a:lnSpc>
              <a:spcBef>
                <a:spcPts val="56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2pPr>
            <a:lvl3pPr marL="1371600" marR="0" lvl="2" indent="-381000" algn="l" rtl="0">
              <a:lnSpc>
                <a:spcPct val="100000"/>
              </a:lnSpc>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12" name="Google Shape;12;p35"/>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rgbClr val="898989"/>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9pPr>
          </a:lstStyle>
          <a:p>
            <a:endParaRPr/>
          </a:p>
        </p:txBody>
      </p:sp>
      <p:sp>
        <p:nvSpPr>
          <p:cNvPr id="13" name="Google Shape;13;p35"/>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1200" b="0" i="0" u="none" strike="noStrike" cap="none">
                <a:solidFill>
                  <a:srgbClr val="898989"/>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9pPr>
          </a:lstStyle>
          <a:p>
            <a:endParaRPr/>
          </a:p>
        </p:txBody>
      </p:sp>
      <p:sp>
        <p:nvSpPr>
          <p:cNvPr id="14" name="Google Shape;14;p35"/>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200"/>
              <a:buFont typeface="Arial"/>
              <a:buNone/>
              <a:defRPr sz="1200" b="0" i="0" u="none" strike="noStrike" cap="none">
                <a:solidFill>
                  <a:srgbClr val="898989"/>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1200"/>
              <a:buFont typeface="Arial"/>
              <a:buNone/>
              <a:defRPr sz="1200" b="0" i="0" u="none" strike="noStrike" cap="none">
                <a:solidFill>
                  <a:srgbClr val="898989"/>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1200"/>
              <a:buFont typeface="Arial"/>
              <a:buNone/>
              <a:defRPr sz="1200" b="0" i="0" u="none" strike="noStrike" cap="none">
                <a:solidFill>
                  <a:srgbClr val="898989"/>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1200"/>
              <a:buFont typeface="Arial"/>
              <a:buNone/>
              <a:defRPr sz="1200" b="0" i="0" u="none" strike="noStrike" cap="none">
                <a:solidFill>
                  <a:srgbClr val="898989"/>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1200"/>
              <a:buFont typeface="Arial"/>
              <a:buNone/>
              <a:defRPr sz="1200" b="0" i="0" u="none" strike="noStrike" cap="none">
                <a:solidFill>
                  <a:srgbClr val="898989"/>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1200"/>
              <a:buFont typeface="Arial"/>
              <a:buNone/>
              <a:defRPr sz="1200" b="0" i="0" u="none" strike="noStrike" cap="none">
                <a:solidFill>
                  <a:srgbClr val="898989"/>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1200"/>
              <a:buFont typeface="Arial"/>
              <a:buNone/>
              <a:defRPr sz="1200" b="0" i="0" u="none" strike="noStrike" cap="none">
                <a:solidFill>
                  <a:srgbClr val="898989"/>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1200"/>
              <a:buFont typeface="Arial"/>
              <a:buNone/>
              <a:defRPr sz="1200" b="0" i="0" u="none" strike="noStrike" cap="none">
                <a:solidFill>
                  <a:srgbClr val="898989"/>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1200"/>
              <a:buFont typeface="Arial"/>
              <a:buNone/>
              <a:defRPr sz="1200" b="0" i="0" u="none" strike="noStrike" cap="none">
                <a:solidFill>
                  <a:srgbClr val="898989"/>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
        <p:nvSpPr>
          <p:cNvPr id="15" name="Google Shape;15;p35"/>
          <p:cNvSpPr/>
          <p:nvPr/>
        </p:nvSpPr>
        <p:spPr>
          <a:xfrm>
            <a:off x="0" y="0"/>
            <a:ext cx="9144000" cy="838200"/>
          </a:xfrm>
          <a:prstGeom prst="rect">
            <a:avLst/>
          </a:prstGeom>
          <a:solidFill>
            <a:srgbClr val="FF33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16" name="Google Shape;16;p35"/>
          <p:cNvSpPr/>
          <p:nvPr/>
        </p:nvSpPr>
        <p:spPr>
          <a:xfrm rot="10800000" flipH="1">
            <a:off x="0" y="6705600"/>
            <a:ext cx="9144000" cy="198116"/>
          </a:xfrm>
          <a:prstGeom prst="rect">
            <a:avLst/>
          </a:prstGeom>
          <a:solidFill>
            <a:srgbClr val="FF00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pic>
        <p:nvPicPr>
          <p:cNvPr id="17" name="Google Shape;17;p35" descr="LOGO.gif"/>
          <p:cNvPicPr preferRelativeResize="0"/>
          <p:nvPr/>
        </p:nvPicPr>
        <p:blipFill rotWithShape="1">
          <a:blip r:embed="rId5">
            <a:alphaModFix/>
          </a:blip>
          <a:srcRect b="10713"/>
          <a:stretch/>
        </p:blipFill>
        <p:spPr>
          <a:xfrm>
            <a:off x="6553200" y="228600"/>
            <a:ext cx="2057400" cy="635000"/>
          </a:xfrm>
          <a:prstGeom prst="rect">
            <a:avLst/>
          </a:prstGeom>
          <a:noFill/>
          <a:ln>
            <a:noFill/>
          </a:ln>
        </p:spPr>
      </p:pic>
      <p:pic>
        <p:nvPicPr>
          <p:cNvPr id="18" name="Google Shape;18;p35" descr="LOGO.gif"/>
          <p:cNvPicPr preferRelativeResize="0"/>
          <p:nvPr/>
        </p:nvPicPr>
        <p:blipFill rotWithShape="1">
          <a:blip r:embed="rId5">
            <a:alphaModFix/>
          </a:blip>
          <a:srcRect b="10713"/>
          <a:stretch/>
        </p:blipFill>
        <p:spPr>
          <a:xfrm>
            <a:off x="6553200" y="228600"/>
            <a:ext cx="2057400" cy="635000"/>
          </a:xfrm>
          <a:prstGeom prst="rect">
            <a:avLst/>
          </a:prstGeom>
          <a:noFill/>
          <a:ln>
            <a:noFill/>
          </a:ln>
        </p:spPr>
      </p:pic>
      <p:grpSp>
        <p:nvGrpSpPr>
          <p:cNvPr id="19" name="Google Shape;19;p35"/>
          <p:cNvGrpSpPr/>
          <p:nvPr/>
        </p:nvGrpSpPr>
        <p:grpSpPr>
          <a:xfrm>
            <a:off x="6146800" y="0"/>
            <a:ext cx="2997200" cy="876300"/>
            <a:chOff x="6096000" y="3924300"/>
            <a:chExt cx="2997200" cy="876300"/>
          </a:xfrm>
        </p:grpSpPr>
        <p:sp>
          <p:nvSpPr>
            <p:cNvPr id="20" name="Google Shape;20;p35"/>
            <p:cNvSpPr/>
            <p:nvPr/>
          </p:nvSpPr>
          <p:spPr>
            <a:xfrm>
              <a:off x="6096000" y="3924300"/>
              <a:ext cx="2997200" cy="838200"/>
            </a:xfrm>
            <a:prstGeom prst="rect">
              <a:avLst/>
            </a:prstGeom>
            <a:solidFill>
              <a:srgbClr val="FF33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pic>
          <p:nvPicPr>
            <p:cNvPr id="21" name="Google Shape;21;p35" descr="LOGO.gif"/>
            <p:cNvPicPr preferRelativeResize="0"/>
            <p:nvPr/>
          </p:nvPicPr>
          <p:blipFill rotWithShape="1">
            <a:blip r:embed="rId5">
              <a:alphaModFix/>
            </a:blip>
            <a:srcRect b="10713"/>
            <a:stretch/>
          </p:blipFill>
          <p:spPr>
            <a:xfrm>
              <a:off x="6502400" y="4152900"/>
              <a:ext cx="2057400" cy="635000"/>
            </a:xfrm>
            <a:prstGeom prst="rect">
              <a:avLst/>
            </a:prstGeom>
            <a:noFill/>
            <a:ln>
              <a:noFill/>
            </a:ln>
          </p:spPr>
        </p:pic>
        <p:sp>
          <p:nvSpPr>
            <p:cNvPr id="22" name="Google Shape;22;p35"/>
            <p:cNvSpPr/>
            <p:nvPr/>
          </p:nvSpPr>
          <p:spPr>
            <a:xfrm>
              <a:off x="6477000" y="4114800"/>
              <a:ext cx="2076450" cy="6858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grpSp>
      <p:pic>
        <p:nvPicPr>
          <p:cNvPr id="23" name="Google Shape;23;p35" descr="logo.jpg"/>
          <p:cNvPicPr preferRelativeResize="0"/>
          <p:nvPr/>
        </p:nvPicPr>
        <p:blipFill rotWithShape="1">
          <a:blip r:embed="rId6">
            <a:alphaModFix/>
          </a:blip>
          <a:srcRect/>
          <a:stretch/>
        </p:blipFill>
        <p:spPr>
          <a:xfrm>
            <a:off x="6553200" y="228600"/>
            <a:ext cx="1920875" cy="609600"/>
          </a:xfrm>
          <a:prstGeom prst="rect">
            <a:avLst/>
          </a:prstGeom>
          <a:noFill/>
          <a:ln>
            <a:noFill/>
          </a:ln>
        </p:spPr>
      </p:pic>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10.jpeg"/><Relationship Id="rId7" Type="http://schemas.openxmlformats.org/officeDocument/2006/relationships/image" Target="../media/image14.jpeg"/><Relationship Id="rId2" Type="http://schemas.openxmlformats.org/officeDocument/2006/relationships/image" Target="../media/image9.jpeg"/><Relationship Id="rId1" Type="http://schemas.openxmlformats.org/officeDocument/2006/relationships/slideLayout" Target="../slideLayouts/slideLayout2.xml"/><Relationship Id="rId6" Type="http://schemas.openxmlformats.org/officeDocument/2006/relationships/image" Target="../media/image13.jpeg"/><Relationship Id="rId5" Type="http://schemas.openxmlformats.org/officeDocument/2006/relationships/image" Target="../media/image12.jpeg"/><Relationship Id="rId4" Type="http://schemas.openxmlformats.org/officeDocument/2006/relationships/image" Target="../media/image11.jpe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18.jpe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19.jpe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55.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59.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61.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_rels/slide63.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32.xml"/><Relationship Id="rId1" Type="http://schemas.openxmlformats.org/officeDocument/2006/relationships/slideLayout" Target="../slideLayouts/slideLayout1.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1.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1.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1.xml"/></Relationships>
</file>

<file path=ppt/slides/_rels/slide67.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36.xml"/><Relationship Id="rId1" Type="http://schemas.openxmlformats.org/officeDocument/2006/relationships/slideLayout" Target="../slideLayouts/slideLayout1.xml"/></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1.xml"/></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1.xml"/></Relationships>
</file>

<file path=ppt/slides/_rels/slide70.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39.xml"/><Relationship Id="rId1" Type="http://schemas.openxmlformats.org/officeDocument/2006/relationships/slideLayout" Target="../slideLayouts/slideLayout1.xml"/></Relationships>
</file>

<file path=ppt/slides/_rels/slide71.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40.xml"/><Relationship Id="rId1" Type="http://schemas.openxmlformats.org/officeDocument/2006/relationships/slideLayout" Target="../slideLayouts/slideLayout1.xml"/></Relationships>
</file>

<file path=ppt/slides/_rels/slide72.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1.xml"/></Relationships>
</file>

<file path=ppt/slides/_rels/slide73.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1.xml"/></Relationships>
</file>

<file path=ppt/slides/_rels/slide74.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1.xml"/></Relationships>
</file>

<file path=ppt/slides/_rels/slide75.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3.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2.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notesSlide" Target="../notesSlides/notesSlide44.xml"/><Relationship Id="rId1" Type="http://schemas.openxmlformats.org/officeDocument/2006/relationships/slideLayout" Target="../slideLayouts/slideLayout3.xml"/><Relationship Id="rId5" Type="http://schemas.openxmlformats.org/officeDocument/2006/relationships/image" Target="../media/image46.png"/><Relationship Id="rId4" Type="http://schemas.openxmlformats.org/officeDocument/2006/relationships/image" Target="../media/image45.jp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45"/>
        <p:cNvGrpSpPr/>
        <p:nvPr/>
      </p:nvGrpSpPr>
      <p:grpSpPr>
        <a:xfrm>
          <a:off x="0" y="0"/>
          <a:ext cx="0" cy="0"/>
          <a:chOff x="0" y="0"/>
          <a:chExt cx="0" cy="0"/>
        </a:xfrm>
      </p:grpSpPr>
      <p:sp>
        <p:nvSpPr>
          <p:cNvPr id="46" name="Google Shape;46;p1"/>
          <p:cNvSpPr txBox="1"/>
          <p:nvPr/>
        </p:nvSpPr>
        <p:spPr>
          <a:xfrm>
            <a:off x="1219200" y="914400"/>
            <a:ext cx="6553200" cy="1981200"/>
          </a:xfrm>
          <a:prstGeom prst="rect">
            <a:avLst/>
          </a:prstGeom>
          <a:noFill/>
          <a:ln>
            <a:noFill/>
          </a:ln>
        </p:spPr>
        <p:txBody>
          <a:bodyPr spcFirstLastPara="1" wrap="square" lIns="91425" tIns="33100" rIns="91425" bIns="45700" anchor="ctr" anchorCtr="0">
            <a:noAutofit/>
          </a:bodyPr>
          <a:lstStyle/>
          <a:p>
            <a:pPr lvl="0" algn="ctr"/>
            <a:r>
              <a:rPr lang="en-US" sz="2800" b="1" dirty="0">
                <a:latin typeface="Times New Roman"/>
                <a:ea typeface="Times New Roman"/>
                <a:cs typeface="Times New Roman"/>
                <a:sym typeface="Times New Roman"/>
              </a:rPr>
              <a:t>Foundations of Computer Science (26CSE0103)</a:t>
            </a:r>
            <a:endParaRPr lang="en-US" sz="3200" b="1" dirty="0">
              <a:solidFill>
                <a:srgbClr val="3A30FA"/>
              </a:solidFill>
              <a:latin typeface="Calibri"/>
              <a:ea typeface="Calibri"/>
              <a:cs typeface="Calibri"/>
              <a:sym typeface="Calibri"/>
            </a:endParaRPr>
          </a:p>
        </p:txBody>
      </p:sp>
      <p:sp>
        <p:nvSpPr>
          <p:cNvPr id="47" name="Google Shape;47;p1"/>
          <p:cNvSpPr txBox="1"/>
          <p:nvPr/>
        </p:nvSpPr>
        <p:spPr>
          <a:xfrm>
            <a:off x="2318999" y="3530300"/>
            <a:ext cx="4406265" cy="1107955"/>
          </a:xfrm>
          <a:prstGeom prst="rect">
            <a:avLst/>
          </a:prstGeom>
          <a:noFill/>
          <a:ln>
            <a:noFill/>
          </a:ln>
        </p:spPr>
        <p:txBody>
          <a:bodyPr spcFirstLastPara="1" wrap="square" lIns="91425" tIns="45700" rIns="91425" bIns="45700" anchor="t" anchorCtr="0">
            <a:spAutoFit/>
          </a:bodyPr>
          <a:lstStyle/>
          <a:p>
            <a:pPr marL="0" marR="0" lvl="0" indent="0" algn="ctr" rtl="0">
              <a:lnSpc>
                <a:spcPct val="150000"/>
              </a:lnSpc>
              <a:spcBef>
                <a:spcPts val="0"/>
              </a:spcBef>
              <a:spcAft>
                <a:spcPts val="0"/>
              </a:spcAft>
              <a:buClr>
                <a:srgbClr val="000000"/>
              </a:buClr>
              <a:buSzPts val="2200"/>
              <a:buFont typeface="Arial"/>
              <a:buNone/>
            </a:pPr>
            <a:r>
              <a:rPr lang="en-US" sz="2200" b="1" i="0" u="none" strike="noStrike" cap="none" dirty="0">
                <a:solidFill>
                  <a:schemeClr val="dk1"/>
                </a:solidFill>
                <a:latin typeface="Times New Roman"/>
                <a:ea typeface="Times New Roman"/>
                <a:cs typeface="Times New Roman"/>
                <a:sym typeface="Times New Roman"/>
              </a:rPr>
              <a:t>Prepared By: Dr. Tajinder Kaur</a:t>
            </a:r>
            <a:endParaRPr sz="2200" b="1" i="0" u="none" strike="noStrike" cap="none" dirty="0">
              <a:solidFill>
                <a:schemeClr val="dk1"/>
              </a:solidFill>
              <a:latin typeface="Times New Roman"/>
              <a:ea typeface="Times New Roman"/>
              <a:cs typeface="Times New Roman"/>
              <a:sym typeface="Times New Roman"/>
            </a:endParaRPr>
          </a:p>
          <a:p>
            <a:pPr marL="0" marR="0" lvl="0" indent="0" algn="ctr" rtl="0">
              <a:lnSpc>
                <a:spcPct val="150000"/>
              </a:lnSpc>
              <a:spcBef>
                <a:spcPts val="0"/>
              </a:spcBef>
              <a:spcAft>
                <a:spcPts val="0"/>
              </a:spcAft>
              <a:buClr>
                <a:srgbClr val="000000"/>
              </a:buClr>
              <a:buSzPts val="2200"/>
              <a:buFont typeface="Arial"/>
              <a:buNone/>
            </a:pPr>
            <a:endParaRPr sz="2200" b="1" i="0" u="none" strike="noStrike" cap="none" dirty="0">
              <a:solidFill>
                <a:schemeClr val="dk1"/>
              </a:solidFill>
              <a:latin typeface="Times New Roman"/>
              <a:ea typeface="Times New Roman"/>
              <a:cs typeface="Times New Roman"/>
              <a:sym typeface="Times New Roman"/>
            </a:endParaRPr>
          </a:p>
        </p:txBody>
      </p:sp>
      <p:sp>
        <p:nvSpPr>
          <p:cNvPr id="48" name="Google Shape;48;p1"/>
          <p:cNvSpPr txBox="1"/>
          <p:nvPr/>
        </p:nvSpPr>
        <p:spPr>
          <a:xfrm>
            <a:off x="1731675" y="5609050"/>
            <a:ext cx="6151200" cy="9234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800"/>
              <a:buFont typeface="Arial"/>
              <a:buNone/>
            </a:pPr>
            <a:r>
              <a:rPr lang="en-US" sz="1800" b="1" i="0" u="none" strike="noStrike" cap="none">
                <a:solidFill>
                  <a:srgbClr val="FF0000"/>
                </a:solidFill>
                <a:latin typeface="Times New Roman"/>
                <a:ea typeface="Times New Roman"/>
                <a:cs typeface="Times New Roman"/>
                <a:sym typeface="Times New Roman"/>
              </a:rPr>
              <a:t>Chitkara University Institute of Engineering and Technology,</a:t>
            </a:r>
            <a:endParaRPr sz="1800" b="1" i="0" u="none" strike="noStrike" cap="none">
              <a:solidFill>
                <a:srgbClr val="FF0000"/>
              </a:solidFill>
              <a:latin typeface="Times New Roman"/>
              <a:ea typeface="Times New Roman"/>
              <a:cs typeface="Times New Roman"/>
              <a:sym typeface="Times New Roman"/>
            </a:endParaRPr>
          </a:p>
          <a:p>
            <a:pPr marL="0" marR="0" lvl="0" indent="0" algn="ctr" rtl="0">
              <a:lnSpc>
                <a:spcPct val="100000"/>
              </a:lnSpc>
              <a:spcBef>
                <a:spcPts val="0"/>
              </a:spcBef>
              <a:spcAft>
                <a:spcPts val="0"/>
              </a:spcAft>
              <a:buClr>
                <a:srgbClr val="000000"/>
              </a:buClr>
              <a:buSzPts val="1800"/>
              <a:buFont typeface="Arial"/>
              <a:buNone/>
            </a:pPr>
            <a:r>
              <a:rPr lang="en-US" sz="1800" b="1" i="0" u="none" strike="noStrike" cap="none">
                <a:solidFill>
                  <a:srgbClr val="FF0000"/>
                </a:solidFill>
                <a:latin typeface="Times New Roman"/>
                <a:ea typeface="Times New Roman"/>
                <a:cs typeface="Times New Roman"/>
                <a:sym typeface="Times New Roman"/>
              </a:rPr>
              <a:t>Chitkara University, Punjab</a:t>
            </a:r>
            <a:endParaRPr sz="1800" b="1" i="0" u="none" strike="noStrike" cap="none">
              <a:solidFill>
                <a:srgbClr val="FF0000"/>
              </a:solidFill>
              <a:latin typeface="Times New Roman"/>
              <a:ea typeface="Times New Roman"/>
              <a:cs typeface="Times New Roman"/>
              <a:sym typeface="Times New Roman"/>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52"/>
        <p:cNvGrpSpPr/>
        <p:nvPr/>
      </p:nvGrpSpPr>
      <p:grpSpPr>
        <a:xfrm>
          <a:off x="0" y="0"/>
          <a:ext cx="0" cy="0"/>
          <a:chOff x="0" y="0"/>
          <a:chExt cx="0" cy="0"/>
        </a:xfrm>
      </p:grpSpPr>
      <p:sp>
        <p:nvSpPr>
          <p:cNvPr id="54" name="Google Shape;54;p12"/>
          <p:cNvSpPr txBox="1"/>
          <p:nvPr/>
        </p:nvSpPr>
        <p:spPr>
          <a:xfrm>
            <a:off x="167148" y="115669"/>
            <a:ext cx="4739149" cy="553957"/>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3000" b="1" i="0" u="none" strike="noStrike" cap="none" dirty="0">
                <a:solidFill>
                  <a:schemeClr val="dk1"/>
                </a:solidFill>
                <a:latin typeface="Calibri" panose="020F0502020204030204" pitchFamily="34" charset="0"/>
                <a:ea typeface="Calibri" panose="020F0502020204030204" pitchFamily="34" charset="0"/>
                <a:cs typeface="Calibri" panose="020F0502020204030204" pitchFamily="34" charset="0"/>
                <a:sym typeface="Times New Roman"/>
              </a:rPr>
              <a:t>Contents</a:t>
            </a:r>
            <a:endParaRPr sz="3000" b="1" i="0" u="none" strike="noStrike" cap="none" dirty="0">
              <a:solidFill>
                <a:schemeClr val="dk1"/>
              </a:solidFill>
              <a:latin typeface="Calibri" panose="020F0502020204030204" pitchFamily="34" charset="0"/>
              <a:ea typeface="Calibri" panose="020F0502020204030204" pitchFamily="34" charset="0"/>
              <a:cs typeface="Calibri" panose="020F0502020204030204" pitchFamily="34" charset="0"/>
              <a:sym typeface="Times New Roman"/>
            </a:endParaRPr>
          </a:p>
        </p:txBody>
      </p:sp>
      <p:sp>
        <p:nvSpPr>
          <p:cNvPr id="2" name="Title 1">
            <a:extLst>
              <a:ext uri="{FF2B5EF4-FFF2-40B4-BE49-F238E27FC236}">
                <a16:creationId xmlns:a16="http://schemas.microsoft.com/office/drawing/2014/main" id="{D5FD6C28-F953-9872-EFC3-7D7FF1EB3531}"/>
              </a:ext>
            </a:extLst>
          </p:cNvPr>
          <p:cNvSpPr>
            <a:spLocks noGrp="1"/>
          </p:cNvSpPr>
          <p:nvPr>
            <p:ph type="ctrTitle"/>
          </p:nvPr>
        </p:nvSpPr>
        <p:spPr>
          <a:xfrm>
            <a:off x="167148" y="1250335"/>
            <a:ext cx="6253316" cy="1023682"/>
          </a:xfrm>
        </p:spPr>
        <p:txBody>
          <a:bodyPr>
            <a:normAutofit/>
          </a:bodyPr>
          <a:lstStyle/>
          <a:p>
            <a:pPr algn="l"/>
            <a:r>
              <a:rPr lang="en-IN" sz="2400" b="1" dirty="0">
                <a:solidFill>
                  <a:schemeClr val="tx1"/>
                </a:solidFill>
                <a:latin typeface="Calibri" panose="020F0502020204030204" pitchFamily="34" charset="0"/>
                <a:ea typeface="Calibri" panose="020F0502020204030204" pitchFamily="34" charset="0"/>
                <a:cs typeface="Calibri" panose="020F0502020204030204" pitchFamily="34" charset="0"/>
              </a:rPr>
              <a:t>UNIT-1 -</a:t>
            </a:r>
            <a:r>
              <a:rPr lang="en-IN" sz="2800" b="1" dirty="0">
                <a:solidFill>
                  <a:schemeClr val="tx1"/>
                </a:solidFill>
                <a:latin typeface="Calibri" panose="020F0502020204030204" pitchFamily="34" charset="0"/>
                <a:ea typeface="Calibri" panose="020F0502020204030204" pitchFamily="34" charset="0"/>
                <a:cs typeface="Calibri" panose="020F0502020204030204" pitchFamily="34" charset="0"/>
              </a:rPr>
              <a:t>Introduction to Computers</a:t>
            </a:r>
            <a:br>
              <a:rPr lang="en-IN" sz="2800" b="1" dirty="0">
                <a:solidFill>
                  <a:schemeClr val="tx1"/>
                </a:solidFill>
                <a:latin typeface="Calibri" panose="020F0502020204030204" pitchFamily="34" charset="0"/>
                <a:ea typeface="Calibri" panose="020F0502020204030204" pitchFamily="34" charset="0"/>
                <a:cs typeface="Calibri" panose="020F0502020204030204" pitchFamily="34" charset="0"/>
              </a:rPr>
            </a:br>
            <a:endParaRPr lang="en-IN" sz="2400" b="1" dirty="0">
              <a:solidFill>
                <a:schemeClr val="tx1"/>
              </a:solidFill>
              <a:latin typeface="Calibri" panose="020F0502020204030204" pitchFamily="34" charset="0"/>
              <a:ea typeface="Calibri" panose="020F0502020204030204" pitchFamily="34" charset="0"/>
              <a:cs typeface="Calibri" panose="020F0502020204030204" pitchFamily="34" charset="0"/>
            </a:endParaRPr>
          </a:p>
        </p:txBody>
      </p:sp>
      <p:sp>
        <p:nvSpPr>
          <p:cNvPr id="3" name="Subtitle 2">
            <a:extLst>
              <a:ext uri="{FF2B5EF4-FFF2-40B4-BE49-F238E27FC236}">
                <a16:creationId xmlns:a16="http://schemas.microsoft.com/office/drawing/2014/main" id="{681382FE-EF81-1FDB-1AFA-88AD8AEBA719}"/>
              </a:ext>
            </a:extLst>
          </p:cNvPr>
          <p:cNvSpPr>
            <a:spLocks noGrp="1"/>
          </p:cNvSpPr>
          <p:nvPr>
            <p:ph type="subTitle" idx="1"/>
          </p:nvPr>
        </p:nvSpPr>
        <p:spPr>
          <a:xfrm>
            <a:off x="523731" y="1863776"/>
            <a:ext cx="7718323" cy="4293603"/>
          </a:xfrm>
        </p:spPr>
        <p:txBody>
          <a:bodyPr>
            <a:normAutofit fontScale="92500" lnSpcReduction="10000"/>
          </a:bodyPr>
          <a:lstStyle/>
          <a:p>
            <a:pPr algn="just">
              <a:lnSpc>
                <a:spcPct val="170000"/>
              </a:lnSpc>
              <a:buFont typeface="Wingdings" panose="05000000000000000000" pitchFamily="2" charset="2"/>
              <a:buChar char="§"/>
            </a:pPr>
            <a:r>
              <a:rPr lang="en-IN" sz="2000" dirty="0">
                <a:solidFill>
                  <a:schemeClr val="tx1"/>
                </a:solidFill>
                <a:latin typeface="Century" panose="02040604050505020304" pitchFamily="18" charset="0"/>
                <a:ea typeface="Cambria" panose="02040503050406030204" pitchFamily="18" charset="0"/>
                <a:cs typeface="Calibri" panose="020F0502020204030204" pitchFamily="34" charset="0"/>
              </a:rPr>
              <a:t>Characteristics, </a:t>
            </a:r>
          </a:p>
          <a:p>
            <a:pPr algn="just">
              <a:lnSpc>
                <a:spcPct val="170000"/>
              </a:lnSpc>
              <a:buFont typeface="Wingdings" panose="05000000000000000000" pitchFamily="2" charset="2"/>
              <a:buChar char="§"/>
            </a:pPr>
            <a:r>
              <a:rPr lang="en-IN" sz="2000" dirty="0">
                <a:solidFill>
                  <a:schemeClr val="tx1"/>
                </a:solidFill>
                <a:latin typeface="Century" panose="02040604050505020304" pitchFamily="18" charset="0"/>
                <a:ea typeface="Cambria" panose="02040503050406030204" pitchFamily="18" charset="0"/>
                <a:cs typeface="Calibri" panose="020F0502020204030204" pitchFamily="34" charset="0"/>
              </a:rPr>
              <a:t>Applications in daily life (Education, Healthcare, Banking, Engineering), </a:t>
            </a:r>
          </a:p>
          <a:p>
            <a:pPr algn="just">
              <a:lnSpc>
                <a:spcPct val="170000"/>
              </a:lnSpc>
              <a:buFont typeface="Wingdings" panose="05000000000000000000" pitchFamily="2" charset="2"/>
              <a:buChar char="§"/>
            </a:pPr>
            <a:r>
              <a:rPr lang="en-IN" sz="2000" dirty="0">
                <a:solidFill>
                  <a:schemeClr val="tx1"/>
                </a:solidFill>
                <a:latin typeface="Century" panose="02040604050505020304" pitchFamily="18" charset="0"/>
                <a:ea typeface="Cambria" panose="02040503050406030204" pitchFamily="18" charset="0"/>
                <a:cs typeface="Calibri" panose="020F0502020204030204" pitchFamily="34" charset="0"/>
              </a:rPr>
              <a:t>Evolution and Generations of Computers (Generations I–V). </a:t>
            </a:r>
          </a:p>
          <a:p>
            <a:pPr algn="just">
              <a:lnSpc>
                <a:spcPct val="170000"/>
              </a:lnSpc>
              <a:buFont typeface="Wingdings" panose="05000000000000000000" pitchFamily="2" charset="2"/>
              <a:buChar char="§"/>
            </a:pPr>
            <a:r>
              <a:rPr lang="en-IN" sz="2000" dirty="0">
                <a:solidFill>
                  <a:schemeClr val="tx1"/>
                </a:solidFill>
                <a:latin typeface="Century" panose="02040604050505020304" pitchFamily="18" charset="0"/>
                <a:ea typeface="Cambria" panose="02040503050406030204" pitchFamily="18" charset="0"/>
                <a:cs typeface="Calibri" panose="020F0502020204030204" pitchFamily="34" charset="0"/>
              </a:rPr>
              <a:t>Block Diagram of a Computer System: Functional units - input, output, memory, CPU, ALU, Control Unit, and CPU Registers, description of data bus, address bus, control bus, component interaction.</a:t>
            </a:r>
          </a:p>
          <a:p>
            <a:pPr algn="just">
              <a:buFont typeface="Wingdings" panose="05000000000000000000" pitchFamily="2" charset="2"/>
              <a:buChar char="§"/>
            </a:pPr>
            <a:endParaRPr lang="en-IN" sz="2000" dirty="0">
              <a:solidFill>
                <a:schemeClr val="tx1"/>
              </a:solidFill>
              <a:latin typeface="Century" panose="02040604050505020304" pitchFamily="18" charset="0"/>
              <a:ea typeface="Cambria" panose="02040503050406030204" pitchFamily="18" charset="0"/>
              <a:cs typeface="Calibri" panose="020F0502020204030204" pitchFamily="34" charset="0"/>
            </a:endParaRPr>
          </a:p>
        </p:txBody>
      </p:sp>
    </p:spTree>
  </p:cSld>
  <p:clrMapOvr>
    <a:masterClrMapping/>
  </p:clrMapOvr>
  <mc:AlternateContent xmlns:mc="http://schemas.openxmlformats.org/markup-compatibility/2006" xmlns:p14="http://schemas.microsoft.com/office/powerpoint/2010/main">
    <mc:Choice Requires="p14">
      <p:transition spd="slow">
        <p14:flash/>
      </p:transition>
    </mc:Choice>
    <mc:Fallback xmlns="">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555CF14E-3B4C-705F-0DE1-22D88BE714EA}"/>
              </a:ext>
            </a:extLst>
          </p:cNvPr>
          <p:cNvPicPr>
            <a:picLocks noChangeAspect="1"/>
          </p:cNvPicPr>
          <p:nvPr/>
        </p:nvPicPr>
        <p:blipFill>
          <a:blip r:embed="rId2"/>
          <a:stretch>
            <a:fillRect/>
          </a:stretch>
        </p:blipFill>
        <p:spPr>
          <a:xfrm>
            <a:off x="203200" y="848360"/>
            <a:ext cx="8737600" cy="5825067"/>
          </a:xfrm>
          <a:prstGeom prst="rect">
            <a:avLst/>
          </a:prstGeom>
        </p:spPr>
      </p:pic>
      <p:sp>
        <p:nvSpPr>
          <p:cNvPr id="59" name="Google Shape;59;p13"/>
          <p:cNvSpPr txBox="1">
            <a:spLocks/>
          </p:cNvSpPr>
          <p:nvPr/>
        </p:nvSpPr>
        <p:spPr>
          <a:xfrm>
            <a:off x="224912" y="0"/>
            <a:ext cx="5486400" cy="9144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rgbClr val="000000"/>
              </a:buClr>
              <a:buSzPts val="1400"/>
              <a:buFont typeface="Arial"/>
              <a:buNone/>
              <a:defRPr sz="3000" b="0" i="0" u="none" strike="noStrike" cap="none">
                <a:solidFill>
                  <a:schemeClr val="dk1"/>
                </a:solidFill>
                <a:latin typeface="Calibri"/>
                <a:ea typeface="Calibri"/>
                <a:cs typeface="Calibri"/>
                <a:sym typeface="Calibri"/>
              </a:defRPr>
            </a:lvl1pPr>
            <a:lvl2pPr marR="0" lvl="1" algn="ctr" rtl="0">
              <a:lnSpc>
                <a:spcPct val="100000"/>
              </a:lnSpc>
              <a:spcBef>
                <a:spcPts val="0"/>
              </a:spcBef>
              <a:spcAft>
                <a:spcPts val="0"/>
              </a:spcAft>
              <a:buClr>
                <a:srgbClr val="000000"/>
              </a:buClr>
              <a:buSzPts val="1400"/>
              <a:buFont typeface="Arial"/>
              <a:buNone/>
              <a:defRPr sz="3000" b="0" i="0" u="none" strike="noStrike" cap="none">
                <a:solidFill>
                  <a:schemeClr val="dk1"/>
                </a:solidFill>
                <a:latin typeface="Calibri"/>
                <a:ea typeface="Calibri"/>
                <a:cs typeface="Calibri"/>
                <a:sym typeface="Calibri"/>
              </a:defRPr>
            </a:lvl2pPr>
            <a:lvl3pPr marR="0" lvl="2" algn="ctr" rtl="0">
              <a:lnSpc>
                <a:spcPct val="100000"/>
              </a:lnSpc>
              <a:spcBef>
                <a:spcPts val="0"/>
              </a:spcBef>
              <a:spcAft>
                <a:spcPts val="0"/>
              </a:spcAft>
              <a:buClr>
                <a:srgbClr val="000000"/>
              </a:buClr>
              <a:buSzPts val="1400"/>
              <a:buFont typeface="Arial"/>
              <a:buNone/>
              <a:defRPr sz="3000" b="0" i="0" u="none" strike="noStrike" cap="none">
                <a:solidFill>
                  <a:schemeClr val="dk1"/>
                </a:solidFill>
                <a:latin typeface="Calibri"/>
                <a:ea typeface="Calibri"/>
                <a:cs typeface="Calibri"/>
                <a:sym typeface="Calibri"/>
              </a:defRPr>
            </a:lvl3pPr>
            <a:lvl4pPr marR="0" lvl="3" algn="ctr" rtl="0">
              <a:lnSpc>
                <a:spcPct val="100000"/>
              </a:lnSpc>
              <a:spcBef>
                <a:spcPts val="0"/>
              </a:spcBef>
              <a:spcAft>
                <a:spcPts val="0"/>
              </a:spcAft>
              <a:buClr>
                <a:srgbClr val="000000"/>
              </a:buClr>
              <a:buSzPts val="1400"/>
              <a:buFont typeface="Arial"/>
              <a:buNone/>
              <a:defRPr sz="3000" b="0" i="0" u="none" strike="noStrike" cap="none">
                <a:solidFill>
                  <a:schemeClr val="dk1"/>
                </a:solidFill>
                <a:latin typeface="Calibri"/>
                <a:ea typeface="Calibri"/>
                <a:cs typeface="Calibri"/>
                <a:sym typeface="Calibri"/>
              </a:defRPr>
            </a:lvl4pPr>
            <a:lvl5pPr marR="0" lvl="4" algn="ctr" rtl="0">
              <a:lnSpc>
                <a:spcPct val="100000"/>
              </a:lnSpc>
              <a:spcBef>
                <a:spcPts val="0"/>
              </a:spcBef>
              <a:spcAft>
                <a:spcPts val="0"/>
              </a:spcAft>
              <a:buClr>
                <a:srgbClr val="000000"/>
              </a:buClr>
              <a:buSzPts val="1400"/>
              <a:buFont typeface="Arial"/>
              <a:buNone/>
              <a:defRPr sz="3000" b="0" i="0" u="none" strike="noStrike" cap="none">
                <a:solidFill>
                  <a:schemeClr val="dk1"/>
                </a:solidFill>
                <a:latin typeface="Calibri"/>
                <a:ea typeface="Calibri"/>
                <a:cs typeface="Calibri"/>
                <a:sym typeface="Calibri"/>
              </a:defRPr>
            </a:lvl5pPr>
            <a:lvl6pPr marR="0" lvl="5" algn="ctr" rtl="0">
              <a:lnSpc>
                <a:spcPct val="100000"/>
              </a:lnSpc>
              <a:spcBef>
                <a:spcPts val="0"/>
              </a:spcBef>
              <a:spcAft>
                <a:spcPts val="0"/>
              </a:spcAft>
              <a:buClr>
                <a:srgbClr val="000000"/>
              </a:buClr>
              <a:buSzPts val="1400"/>
              <a:buFont typeface="Arial"/>
              <a:buNone/>
              <a:defRPr sz="3000" b="0" i="0" u="none" strike="noStrike" cap="none">
                <a:solidFill>
                  <a:schemeClr val="dk1"/>
                </a:solidFill>
                <a:latin typeface="Calibri"/>
                <a:ea typeface="Calibri"/>
                <a:cs typeface="Calibri"/>
                <a:sym typeface="Calibri"/>
              </a:defRPr>
            </a:lvl6pPr>
            <a:lvl7pPr marR="0" lvl="6" algn="ctr" rtl="0">
              <a:lnSpc>
                <a:spcPct val="100000"/>
              </a:lnSpc>
              <a:spcBef>
                <a:spcPts val="0"/>
              </a:spcBef>
              <a:spcAft>
                <a:spcPts val="0"/>
              </a:spcAft>
              <a:buClr>
                <a:srgbClr val="000000"/>
              </a:buClr>
              <a:buSzPts val="1400"/>
              <a:buFont typeface="Arial"/>
              <a:buNone/>
              <a:defRPr sz="3000" b="0" i="0" u="none" strike="noStrike" cap="none">
                <a:solidFill>
                  <a:schemeClr val="dk1"/>
                </a:solidFill>
                <a:latin typeface="Calibri"/>
                <a:ea typeface="Calibri"/>
                <a:cs typeface="Calibri"/>
                <a:sym typeface="Calibri"/>
              </a:defRPr>
            </a:lvl7pPr>
            <a:lvl8pPr marR="0" lvl="7" algn="ctr" rtl="0">
              <a:lnSpc>
                <a:spcPct val="100000"/>
              </a:lnSpc>
              <a:spcBef>
                <a:spcPts val="0"/>
              </a:spcBef>
              <a:spcAft>
                <a:spcPts val="0"/>
              </a:spcAft>
              <a:buClr>
                <a:srgbClr val="000000"/>
              </a:buClr>
              <a:buSzPts val="1400"/>
              <a:buFont typeface="Arial"/>
              <a:buNone/>
              <a:defRPr sz="3000" b="0" i="0" u="none" strike="noStrike" cap="none">
                <a:solidFill>
                  <a:schemeClr val="dk1"/>
                </a:solidFill>
                <a:latin typeface="Calibri"/>
                <a:ea typeface="Calibri"/>
                <a:cs typeface="Calibri"/>
                <a:sym typeface="Calibri"/>
              </a:defRPr>
            </a:lvl8pPr>
            <a:lvl9pPr marR="0" lvl="8" algn="ctr" rtl="0">
              <a:lnSpc>
                <a:spcPct val="100000"/>
              </a:lnSpc>
              <a:spcBef>
                <a:spcPts val="0"/>
              </a:spcBef>
              <a:spcAft>
                <a:spcPts val="0"/>
              </a:spcAft>
              <a:buClr>
                <a:srgbClr val="000000"/>
              </a:buClr>
              <a:buSzPts val="1400"/>
              <a:buFont typeface="Arial"/>
              <a:buNone/>
              <a:defRPr sz="3000" b="0" i="0" u="none" strike="noStrike" cap="none">
                <a:solidFill>
                  <a:schemeClr val="dk1"/>
                </a:solidFill>
                <a:latin typeface="Calibri"/>
                <a:ea typeface="Calibri"/>
                <a:cs typeface="Calibri"/>
                <a:sym typeface="Calibri"/>
              </a:defRPr>
            </a:lvl9pPr>
          </a:lstStyle>
          <a:p>
            <a:pPr algn="l"/>
            <a:r>
              <a:rPr lang="en-IN" b="1">
                <a:solidFill>
                  <a:schemeClr val="tx1"/>
                </a:solidFill>
                <a:latin typeface="Calibri" panose="020F0502020204030204" pitchFamily="34" charset="0"/>
                <a:ea typeface="Calibri" panose="020F0502020204030204" pitchFamily="34" charset="0"/>
                <a:cs typeface="Calibri" panose="020F0502020204030204" pitchFamily="34" charset="0"/>
              </a:rPr>
              <a:t>Computer?</a:t>
            </a:r>
            <a:endParaRPr lang="en-IN" b="1" dirty="0">
              <a:solidFill>
                <a:schemeClr val="tx1"/>
              </a:solidFill>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258597583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CAF26B-C9BD-6539-E777-CAFC37700D7D}"/>
              </a:ext>
            </a:extLst>
          </p:cNvPr>
          <p:cNvSpPr>
            <a:spLocks noGrp="1"/>
          </p:cNvSpPr>
          <p:nvPr>
            <p:ph type="title"/>
          </p:nvPr>
        </p:nvSpPr>
        <p:spPr/>
        <p:txBody>
          <a:bodyPr/>
          <a:lstStyle/>
          <a:p>
            <a:r>
              <a:rPr lang="en-IN" dirty="0"/>
              <a:t>What do computer do?</a:t>
            </a:r>
          </a:p>
        </p:txBody>
      </p:sp>
      <p:pic>
        <p:nvPicPr>
          <p:cNvPr id="5" name="Picture 4">
            <a:extLst>
              <a:ext uri="{FF2B5EF4-FFF2-40B4-BE49-F238E27FC236}">
                <a16:creationId xmlns:a16="http://schemas.microsoft.com/office/drawing/2014/main" id="{F1797694-FFF7-B826-8877-94C89EA163C8}"/>
              </a:ext>
            </a:extLst>
          </p:cNvPr>
          <p:cNvPicPr>
            <a:picLocks noChangeAspect="1"/>
          </p:cNvPicPr>
          <p:nvPr/>
        </p:nvPicPr>
        <p:blipFill>
          <a:blip r:embed="rId2"/>
          <a:stretch>
            <a:fillRect/>
          </a:stretch>
        </p:blipFill>
        <p:spPr>
          <a:xfrm>
            <a:off x="579249" y="1455248"/>
            <a:ext cx="7985501" cy="4793151"/>
          </a:xfrm>
          <a:prstGeom prst="rect">
            <a:avLst/>
          </a:prstGeom>
        </p:spPr>
      </p:pic>
    </p:spTree>
    <p:extLst>
      <p:ext uri="{BB962C8B-B14F-4D97-AF65-F5344CB8AC3E}">
        <p14:creationId xmlns:p14="http://schemas.microsoft.com/office/powerpoint/2010/main" val="102597928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58"/>
        <p:cNvGrpSpPr/>
        <p:nvPr/>
      </p:nvGrpSpPr>
      <p:grpSpPr>
        <a:xfrm>
          <a:off x="0" y="0"/>
          <a:ext cx="0" cy="0"/>
          <a:chOff x="0" y="0"/>
          <a:chExt cx="0" cy="0"/>
        </a:xfrm>
      </p:grpSpPr>
      <p:sp>
        <p:nvSpPr>
          <p:cNvPr id="60" name="Google Shape;60;p13"/>
          <p:cNvSpPr txBox="1">
            <a:spLocks noGrp="1"/>
          </p:cNvSpPr>
          <p:nvPr>
            <p:ph type="subTitle" idx="1"/>
          </p:nvPr>
        </p:nvSpPr>
        <p:spPr>
          <a:xfrm>
            <a:off x="533400" y="1371600"/>
            <a:ext cx="8153400" cy="4724400"/>
          </a:xfrm>
          <a:prstGeom prst="rect">
            <a:avLst/>
          </a:prstGeom>
          <a:noFill/>
          <a:ln>
            <a:noFill/>
          </a:ln>
        </p:spPr>
        <p:txBody>
          <a:bodyPr spcFirstLastPara="1" wrap="square" lIns="91425" tIns="45700" rIns="91425" bIns="45700" anchor="t" anchorCtr="0">
            <a:noAutofit/>
          </a:bodyPr>
          <a:lstStyle/>
          <a:p>
            <a:pPr marL="469265" marR="5080" lvl="0" indent="-457200" algn="just" rtl="0">
              <a:lnSpc>
                <a:spcPct val="100000"/>
              </a:lnSpc>
              <a:spcBef>
                <a:spcPts val="640"/>
              </a:spcBef>
              <a:spcAft>
                <a:spcPts val="0"/>
              </a:spcAft>
              <a:buClr>
                <a:schemeClr val="dk1"/>
              </a:buClr>
              <a:buSzPts val="1200"/>
              <a:buFont typeface="Noto Sans Symbols"/>
              <a:buChar char="⮚"/>
            </a:pPr>
            <a:endParaRPr dirty="0">
              <a:latin typeface="Calibri" panose="020F0502020204030204" pitchFamily="34" charset="0"/>
              <a:ea typeface="Calibri" panose="020F0502020204030204" pitchFamily="34" charset="0"/>
              <a:cs typeface="Calibri" panose="020F0502020204030204" pitchFamily="34" charset="0"/>
            </a:endParaRPr>
          </a:p>
          <a:p>
            <a:pPr marL="482600" lvl="0" indent="-254000" algn="just" rtl="0">
              <a:lnSpc>
                <a:spcPct val="100000"/>
              </a:lnSpc>
              <a:spcBef>
                <a:spcPts val="640"/>
              </a:spcBef>
              <a:spcAft>
                <a:spcPts val="0"/>
              </a:spcAft>
              <a:buSzPts val="3200"/>
              <a:buFont typeface="Noto Sans Symbols"/>
              <a:buNone/>
            </a:pPr>
            <a:endParaRPr lang="en-US" sz="2000" dirty="0">
              <a:solidFill>
                <a:schemeClr val="dk1"/>
              </a:solidFill>
              <a:latin typeface="Calibri" panose="020F0502020204030204" pitchFamily="34" charset="0"/>
              <a:ea typeface="Calibri" panose="020F0502020204030204" pitchFamily="34" charset="0"/>
              <a:cs typeface="Calibri" panose="020F0502020204030204" pitchFamily="34" charset="0"/>
              <a:sym typeface="Times New Roman"/>
            </a:endParaRPr>
          </a:p>
        </p:txBody>
      </p:sp>
      <p:sp>
        <p:nvSpPr>
          <p:cNvPr id="3" name="TextBox 2">
            <a:extLst>
              <a:ext uri="{FF2B5EF4-FFF2-40B4-BE49-F238E27FC236}">
                <a16:creationId xmlns:a16="http://schemas.microsoft.com/office/drawing/2014/main" id="{046298FC-3FE5-F674-BDE1-B928D9115C46}"/>
              </a:ext>
            </a:extLst>
          </p:cNvPr>
          <p:cNvSpPr txBox="1"/>
          <p:nvPr/>
        </p:nvSpPr>
        <p:spPr>
          <a:xfrm>
            <a:off x="405580" y="762000"/>
            <a:ext cx="8332839" cy="5547416"/>
          </a:xfrm>
          <a:prstGeom prst="rect">
            <a:avLst/>
          </a:prstGeom>
          <a:noFill/>
        </p:spPr>
        <p:txBody>
          <a:bodyPr wrap="square">
            <a:spAutoFit/>
          </a:bodyPr>
          <a:lstStyle/>
          <a:p>
            <a:pPr algn="just">
              <a:spcBef>
                <a:spcPts val="600"/>
              </a:spcBef>
              <a:buNone/>
            </a:pPr>
            <a:r>
              <a:rPr lang="en-IN" sz="1800" b="1" dirty="0">
                <a:latin typeface="Century" panose="02040604050505020304" pitchFamily="18" charset="0"/>
                <a:ea typeface="Calibri" panose="020F0502020204030204" pitchFamily="34" charset="0"/>
                <a:cs typeface="Calibri" panose="020F0502020204030204" pitchFamily="34" charset="0"/>
              </a:rPr>
              <a:t>Definition: </a:t>
            </a:r>
            <a:r>
              <a:rPr lang="en-IN" sz="1800" dirty="0">
                <a:latin typeface="Century" panose="02040604050505020304" pitchFamily="18" charset="0"/>
                <a:ea typeface="Calibri" panose="020F0502020204030204" pitchFamily="34" charset="0"/>
                <a:cs typeface="Calibri" panose="020F0502020204030204" pitchFamily="34" charset="0"/>
              </a:rPr>
              <a:t>A computer is an electronic machine that takes data as input, processes it, and gives the result as output. It works according to instructions (programs) given by the user and performs calculations, data analysis, file management, graphic design, internet browsing, and many other tasks quickly and accurately. </a:t>
            </a:r>
          </a:p>
          <a:p>
            <a:pPr algn="just">
              <a:spcBef>
                <a:spcPts val="600"/>
              </a:spcBef>
              <a:buNone/>
            </a:pPr>
            <a:r>
              <a:rPr lang="en-IN" sz="1800" dirty="0">
                <a:latin typeface="Century" panose="02040604050505020304" pitchFamily="18" charset="0"/>
                <a:ea typeface="Calibri" panose="020F0502020204030204" pitchFamily="34" charset="0"/>
                <a:cs typeface="Calibri" panose="020F0502020204030204" pitchFamily="34" charset="0"/>
              </a:rPr>
              <a:t>The working system of a computer depends on </a:t>
            </a:r>
          </a:p>
          <a:p>
            <a:pPr marL="342900" indent="-342900" algn="just">
              <a:spcBef>
                <a:spcPts val="600"/>
              </a:spcBef>
              <a:buFont typeface="Arial" panose="020B0604020202020204" pitchFamily="34" charset="0"/>
              <a:buChar char="•"/>
            </a:pPr>
            <a:r>
              <a:rPr lang="en-IN" sz="1800" b="1" dirty="0">
                <a:latin typeface="Century" panose="02040604050505020304" pitchFamily="18" charset="0"/>
                <a:ea typeface="Calibri" panose="020F0502020204030204" pitchFamily="34" charset="0"/>
                <a:cs typeface="Calibri" panose="020F0502020204030204" pitchFamily="34" charset="0"/>
              </a:rPr>
              <a:t>Hardware</a:t>
            </a:r>
            <a:r>
              <a:rPr lang="en-IN" sz="1800" dirty="0">
                <a:latin typeface="Century" panose="02040604050505020304" pitchFamily="18" charset="0"/>
                <a:ea typeface="Calibri" panose="020F0502020204030204" pitchFamily="34" charset="0"/>
                <a:cs typeface="Calibri" panose="020F0502020204030204" pitchFamily="34" charset="0"/>
              </a:rPr>
              <a:t> (physical parts like monitor, keyboard, CPU) </a:t>
            </a:r>
          </a:p>
          <a:p>
            <a:pPr marL="342900" indent="-342900" algn="just">
              <a:spcBef>
                <a:spcPts val="600"/>
              </a:spcBef>
              <a:buFont typeface="Arial" panose="020B0604020202020204" pitchFamily="34" charset="0"/>
              <a:buChar char="•"/>
            </a:pPr>
            <a:r>
              <a:rPr lang="en-IN" sz="1800" b="1" dirty="0">
                <a:latin typeface="Century" panose="02040604050505020304" pitchFamily="18" charset="0"/>
                <a:ea typeface="Calibri" panose="020F0502020204030204" pitchFamily="34" charset="0"/>
                <a:cs typeface="Calibri" panose="020F0502020204030204" pitchFamily="34" charset="0"/>
              </a:rPr>
              <a:t>Software</a:t>
            </a:r>
            <a:r>
              <a:rPr lang="en-IN" sz="1800" dirty="0">
                <a:latin typeface="Century" panose="02040604050505020304" pitchFamily="18" charset="0"/>
                <a:ea typeface="Calibri" panose="020F0502020204030204" pitchFamily="34" charset="0"/>
                <a:cs typeface="Calibri" panose="020F0502020204030204" pitchFamily="34" charset="0"/>
              </a:rPr>
              <a:t> (programs and applications).</a:t>
            </a:r>
          </a:p>
          <a:p>
            <a:pPr algn="just">
              <a:lnSpc>
                <a:spcPct val="150000"/>
              </a:lnSpc>
              <a:spcBef>
                <a:spcPts val="600"/>
              </a:spcBef>
            </a:pPr>
            <a:r>
              <a:rPr lang="en-IN" sz="1800" b="1" dirty="0">
                <a:latin typeface="Century" panose="02040604050505020304" pitchFamily="18" charset="0"/>
                <a:ea typeface="Calibri" panose="020F0502020204030204" pitchFamily="34" charset="0"/>
                <a:cs typeface="Calibri" panose="020F0502020204030204" pitchFamily="34" charset="0"/>
              </a:rPr>
              <a:t>Hardware</a:t>
            </a:r>
            <a:r>
              <a:rPr lang="en-US" sz="1800" dirty="0">
                <a:latin typeface="Century" panose="02040604050505020304" pitchFamily="18" charset="0"/>
                <a:ea typeface="Calibri" panose="020F0502020204030204" pitchFamily="34" charset="0"/>
                <a:cs typeface="Calibri" panose="020F0502020204030204" pitchFamily="34" charset="0"/>
              </a:rPr>
              <a:t> provides the physical infrastructure. </a:t>
            </a:r>
            <a:r>
              <a:rPr lang="en-IN" sz="1800" dirty="0">
                <a:latin typeface="Century" panose="02040604050505020304" pitchFamily="18" charset="0"/>
                <a:ea typeface="Calibri" panose="020F0502020204030204" pitchFamily="34" charset="0"/>
                <a:cs typeface="Calibri" panose="020F0502020204030204" pitchFamily="34" charset="0"/>
              </a:rPr>
              <a:t>The central processing unit (CPU), the mouse, storage and other components are examples of hardware components. The hardware components are the real components of a computer.</a:t>
            </a:r>
          </a:p>
          <a:p>
            <a:pPr algn="just">
              <a:lnSpc>
                <a:spcPct val="150000"/>
              </a:lnSpc>
              <a:spcBef>
                <a:spcPts val="600"/>
              </a:spcBef>
            </a:pPr>
            <a:r>
              <a:rPr lang="en-IN" sz="1800" b="1" dirty="0">
                <a:latin typeface="Century" panose="02040604050505020304" pitchFamily="18" charset="0"/>
                <a:ea typeface="Calibri" panose="020F0502020204030204" pitchFamily="34" charset="0"/>
                <a:cs typeface="Calibri" panose="020F0502020204030204" pitchFamily="34" charset="0"/>
              </a:rPr>
              <a:t>Software</a:t>
            </a:r>
            <a:r>
              <a:rPr lang="en-US" sz="1800" dirty="0">
                <a:latin typeface="Century" panose="02040604050505020304" pitchFamily="18" charset="0"/>
                <a:ea typeface="Calibri" panose="020F0502020204030204" pitchFamily="34" charset="0"/>
                <a:cs typeface="Calibri" panose="020F0502020204030204" pitchFamily="34" charset="0"/>
              </a:rPr>
              <a:t> instructs the hardware on what tasks to perform. </a:t>
            </a:r>
            <a:r>
              <a:rPr lang="en-IN" sz="1800" dirty="0">
                <a:latin typeface="Century" panose="02040604050505020304" pitchFamily="18" charset="0"/>
                <a:ea typeface="Calibri" panose="020F0502020204030204" pitchFamily="34" charset="0"/>
                <a:cs typeface="Calibri" panose="020F0502020204030204" pitchFamily="34" charset="0"/>
              </a:rPr>
              <a:t>Software components of a computer are the set of instructions which we store and execute on our system, which are known as software components. </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58">
          <a:extLst>
            <a:ext uri="{FF2B5EF4-FFF2-40B4-BE49-F238E27FC236}">
              <a16:creationId xmlns:a16="http://schemas.microsoft.com/office/drawing/2014/main" id="{56FF96F9-BB44-2104-C455-7322D15CCC27}"/>
            </a:ext>
          </a:extLst>
        </p:cNvPr>
        <p:cNvGrpSpPr/>
        <p:nvPr/>
      </p:nvGrpSpPr>
      <p:grpSpPr>
        <a:xfrm>
          <a:off x="0" y="0"/>
          <a:ext cx="0" cy="0"/>
          <a:chOff x="0" y="0"/>
          <a:chExt cx="0" cy="0"/>
        </a:xfrm>
      </p:grpSpPr>
      <p:sp>
        <p:nvSpPr>
          <p:cNvPr id="59" name="Google Shape;59;p13">
            <a:extLst>
              <a:ext uri="{FF2B5EF4-FFF2-40B4-BE49-F238E27FC236}">
                <a16:creationId xmlns:a16="http://schemas.microsoft.com/office/drawing/2014/main" id="{41E7599E-52C7-6AE4-10C1-E8B6A8605629}"/>
              </a:ext>
            </a:extLst>
          </p:cNvPr>
          <p:cNvSpPr txBox="1">
            <a:spLocks noGrp="1"/>
          </p:cNvSpPr>
          <p:nvPr>
            <p:ph type="ctrTitle"/>
          </p:nvPr>
        </p:nvSpPr>
        <p:spPr>
          <a:xfrm>
            <a:off x="0" y="1"/>
            <a:ext cx="5486400" cy="914400"/>
          </a:xfrm>
          <a:prstGeom prst="rect">
            <a:avLst/>
          </a:prstGeom>
          <a:noFill/>
          <a:ln>
            <a:noFill/>
          </a:ln>
        </p:spPr>
        <p:txBody>
          <a:bodyPr spcFirstLastPara="1" wrap="square" lIns="91425" tIns="45700" rIns="91425" bIns="45700" anchor="ctr" anchorCtr="0">
            <a:noAutofit/>
          </a:bodyPr>
          <a:lstStyle/>
          <a:p>
            <a:pPr algn="l"/>
            <a:r>
              <a:rPr lang="en-IN" b="1" dirty="0">
                <a:solidFill>
                  <a:schemeClr val="tx1"/>
                </a:solidFill>
                <a:latin typeface="Calibri" panose="020F0502020204030204" pitchFamily="34" charset="0"/>
                <a:ea typeface="Calibri" panose="020F0502020204030204" pitchFamily="34" charset="0"/>
                <a:cs typeface="Calibri" panose="020F0502020204030204" pitchFamily="34" charset="0"/>
              </a:rPr>
              <a:t>Characteristics of a computer</a:t>
            </a:r>
            <a:endParaRPr b="1" dirty="0">
              <a:solidFill>
                <a:schemeClr val="tx1"/>
              </a:solidFill>
              <a:latin typeface="Calibri" panose="020F0502020204030204" pitchFamily="34" charset="0"/>
              <a:ea typeface="Calibri" panose="020F0502020204030204" pitchFamily="34" charset="0"/>
              <a:cs typeface="Calibri" panose="020F0502020204030204" pitchFamily="34" charset="0"/>
            </a:endParaRPr>
          </a:p>
        </p:txBody>
      </p:sp>
      <p:pic>
        <p:nvPicPr>
          <p:cNvPr id="4" name="Picture 3" descr="Characteristics of a computer system">
            <a:extLst>
              <a:ext uri="{FF2B5EF4-FFF2-40B4-BE49-F238E27FC236}">
                <a16:creationId xmlns:a16="http://schemas.microsoft.com/office/drawing/2014/main" id="{2436F2DA-659F-DEF6-E75B-25BC9A2A1A5C}"/>
              </a:ext>
            </a:extLst>
          </p:cNvPr>
          <p:cNvPicPr>
            <a:picLocks noChangeAspect="1"/>
          </p:cNvPicPr>
          <p:nvPr/>
        </p:nvPicPr>
        <p:blipFill>
          <a:blip r:embed="rId3"/>
          <a:stretch>
            <a:fillRect/>
          </a:stretch>
        </p:blipFill>
        <p:spPr>
          <a:xfrm>
            <a:off x="191729" y="914401"/>
            <a:ext cx="8484911" cy="5570640"/>
          </a:xfrm>
          <a:prstGeom prst="rect">
            <a:avLst/>
          </a:prstGeom>
        </p:spPr>
      </p:pic>
      <p:sp>
        <p:nvSpPr>
          <p:cNvPr id="2" name="TextBox 1">
            <a:extLst>
              <a:ext uri="{FF2B5EF4-FFF2-40B4-BE49-F238E27FC236}">
                <a16:creationId xmlns:a16="http://schemas.microsoft.com/office/drawing/2014/main" id="{515A6998-F69C-3B38-0879-408F04F31F1A}"/>
              </a:ext>
            </a:extLst>
          </p:cNvPr>
          <p:cNvSpPr txBox="1"/>
          <p:nvPr/>
        </p:nvSpPr>
        <p:spPr>
          <a:xfrm>
            <a:off x="2458720" y="6315764"/>
            <a:ext cx="4632960" cy="338554"/>
          </a:xfrm>
          <a:prstGeom prst="rect">
            <a:avLst/>
          </a:prstGeom>
          <a:noFill/>
        </p:spPr>
        <p:txBody>
          <a:bodyPr wrap="square" rtlCol="0">
            <a:spAutoFit/>
          </a:bodyPr>
          <a:lstStyle/>
          <a:p>
            <a:pPr algn="ctr"/>
            <a:r>
              <a:rPr lang="en-IN" sz="1600" dirty="0">
                <a:latin typeface="Calibri" panose="020F0502020204030204" pitchFamily="34" charset="0"/>
                <a:ea typeface="Calibri" panose="020F0502020204030204" pitchFamily="34" charset="0"/>
                <a:cs typeface="Calibri" panose="020F0502020204030204" pitchFamily="34" charset="0"/>
              </a:rPr>
              <a:t>Fig.1.1 Characteristics of a Computer</a:t>
            </a:r>
          </a:p>
        </p:txBody>
      </p:sp>
    </p:spTree>
    <p:extLst>
      <p:ext uri="{BB962C8B-B14F-4D97-AF65-F5344CB8AC3E}">
        <p14:creationId xmlns:p14="http://schemas.microsoft.com/office/powerpoint/2010/main" val="297052809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58">
          <a:extLst>
            <a:ext uri="{FF2B5EF4-FFF2-40B4-BE49-F238E27FC236}">
              <a16:creationId xmlns:a16="http://schemas.microsoft.com/office/drawing/2014/main" id="{EEAC3075-14D1-BB02-1923-FC3798A6B51A}"/>
            </a:ext>
          </a:extLst>
        </p:cNvPr>
        <p:cNvGrpSpPr/>
        <p:nvPr/>
      </p:nvGrpSpPr>
      <p:grpSpPr>
        <a:xfrm>
          <a:off x="0" y="0"/>
          <a:ext cx="0" cy="0"/>
          <a:chOff x="0" y="0"/>
          <a:chExt cx="0" cy="0"/>
        </a:xfrm>
      </p:grpSpPr>
      <p:sp>
        <p:nvSpPr>
          <p:cNvPr id="60" name="Google Shape;60;p13">
            <a:extLst>
              <a:ext uri="{FF2B5EF4-FFF2-40B4-BE49-F238E27FC236}">
                <a16:creationId xmlns:a16="http://schemas.microsoft.com/office/drawing/2014/main" id="{8EC33E7D-89D4-BD9F-565B-01D293B99934}"/>
              </a:ext>
            </a:extLst>
          </p:cNvPr>
          <p:cNvSpPr txBox="1">
            <a:spLocks noGrp="1"/>
          </p:cNvSpPr>
          <p:nvPr>
            <p:ph type="subTitle" idx="1"/>
          </p:nvPr>
        </p:nvSpPr>
        <p:spPr>
          <a:xfrm>
            <a:off x="533400" y="1371600"/>
            <a:ext cx="8089490" cy="4724400"/>
          </a:xfrm>
          <a:prstGeom prst="rect">
            <a:avLst/>
          </a:prstGeom>
          <a:noFill/>
          <a:ln>
            <a:noFill/>
          </a:ln>
        </p:spPr>
        <p:txBody>
          <a:bodyPr spcFirstLastPara="1" wrap="square" lIns="91425" tIns="45700" rIns="91425" bIns="45700" anchor="t" anchorCtr="0">
            <a:noAutofit/>
          </a:bodyPr>
          <a:lstStyle/>
          <a:p>
            <a:pPr marL="469265" marR="5080" lvl="0" indent="-457200" algn="just" rtl="0">
              <a:lnSpc>
                <a:spcPct val="100000"/>
              </a:lnSpc>
              <a:spcBef>
                <a:spcPts val="640"/>
              </a:spcBef>
              <a:spcAft>
                <a:spcPts val="0"/>
              </a:spcAft>
              <a:buClr>
                <a:schemeClr val="dk1"/>
              </a:buClr>
              <a:buSzPts val="1200"/>
              <a:buFont typeface="Noto Sans Symbols"/>
              <a:buChar char="⮚"/>
            </a:pPr>
            <a:endParaRPr sz="2800" dirty="0">
              <a:latin typeface="Century" panose="02040604050505020304" pitchFamily="18" charset="0"/>
              <a:ea typeface="Calibri" panose="020F0502020204030204" pitchFamily="34" charset="0"/>
              <a:cs typeface="Calibri" panose="020F0502020204030204" pitchFamily="34" charset="0"/>
            </a:endParaRPr>
          </a:p>
          <a:p>
            <a:pPr marL="482600" lvl="0" indent="-254000" algn="just" rtl="0">
              <a:lnSpc>
                <a:spcPct val="100000"/>
              </a:lnSpc>
              <a:spcBef>
                <a:spcPts val="640"/>
              </a:spcBef>
              <a:spcAft>
                <a:spcPts val="0"/>
              </a:spcAft>
              <a:buSzPts val="3200"/>
              <a:buFont typeface="Noto Sans Symbols"/>
              <a:buNone/>
            </a:pPr>
            <a:endParaRPr lang="en-US" sz="1800" dirty="0">
              <a:solidFill>
                <a:schemeClr val="dk1"/>
              </a:solidFill>
              <a:latin typeface="Century" panose="02040604050505020304" pitchFamily="18" charset="0"/>
              <a:ea typeface="Calibri" panose="020F0502020204030204" pitchFamily="34" charset="0"/>
              <a:cs typeface="Calibri" panose="020F0502020204030204" pitchFamily="34" charset="0"/>
              <a:sym typeface="Times New Roman"/>
            </a:endParaRPr>
          </a:p>
        </p:txBody>
      </p:sp>
      <p:sp>
        <p:nvSpPr>
          <p:cNvPr id="2" name="Content Placeholder 2">
            <a:extLst>
              <a:ext uri="{FF2B5EF4-FFF2-40B4-BE49-F238E27FC236}">
                <a16:creationId xmlns:a16="http://schemas.microsoft.com/office/drawing/2014/main" id="{B4EF2118-6EF4-28FB-112F-1ACD2EA2F27C}"/>
              </a:ext>
            </a:extLst>
          </p:cNvPr>
          <p:cNvSpPr txBox="1">
            <a:spLocks/>
          </p:cNvSpPr>
          <p:nvPr/>
        </p:nvSpPr>
        <p:spPr>
          <a:xfrm>
            <a:off x="769052" y="960650"/>
            <a:ext cx="7855686" cy="3588776"/>
          </a:xfrm>
          <a:prstGeom prst="rect">
            <a:avLst/>
          </a:prstGeom>
          <a:noFill/>
          <a:ln>
            <a:noFill/>
          </a:ln>
        </p:spPr>
        <p:txBody>
          <a:bodyPr spcFirstLastPara="1" wrap="square" lIns="91425" tIns="45700" rIns="91425" bIns="45700" anchor="t" anchorCtr="0">
            <a:normAutofit/>
          </a:bodyPr>
          <a:lstStyle>
            <a:defPPr marR="0" lvl="0" algn="l" rtl="0">
              <a:lnSpc>
                <a:spcPct val="100000"/>
              </a:lnSpc>
              <a:spcBef>
                <a:spcPts val="0"/>
              </a:spcBef>
              <a:spcAft>
                <a:spcPts val="0"/>
              </a:spcAft>
            </a:defPPr>
            <a:lvl1pPr marL="457200" marR="0" lvl="0" indent="-431800" algn="ctr" rtl="0">
              <a:lnSpc>
                <a:spcPct val="100000"/>
              </a:lnSpc>
              <a:spcBef>
                <a:spcPts val="640"/>
              </a:spcBef>
              <a:spcAft>
                <a:spcPts val="0"/>
              </a:spcAft>
              <a:buClr>
                <a:srgbClr val="888888"/>
              </a:buClr>
              <a:buSzPts val="3200"/>
              <a:buFont typeface="Arial"/>
              <a:buNone/>
              <a:defRPr sz="3200" b="0" i="0" u="none" strike="noStrike" cap="none">
                <a:solidFill>
                  <a:srgbClr val="888888"/>
                </a:solidFill>
                <a:latin typeface="Calibri"/>
                <a:ea typeface="Calibri"/>
                <a:cs typeface="Calibri"/>
                <a:sym typeface="Calibri"/>
              </a:defRPr>
            </a:lvl1pPr>
            <a:lvl2pPr marL="914400" marR="0" lvl="1" indent="-406400" algn="ctr" rtl="0">
              <a:lnSpc>
                <a:spcPct val="100000"/>
              </a:lnSpc>
              <a:spcBef>
                <a:spcPts val="560"/>
              </a:spcBef>
              <a:spcAft>
                <a:spcPts val="0"/>
              </a:spcAft>
              <a:buClr>
                <a:srgbClr val="888888"/>
              </a:buClr>
              <a:buSzPts val="2800"/>
              <a:buFont typeface="Arial"/>
              <a:buNone/>
              <a:defRPr sz="2800" b="0" i="0" u="none" strike="noStrike" cap="none">
                <a:solidFill>
                  <a:srgbClr val="888888"/>
                </a:solidFill>
                <a:latin typeface="Calibri"/>
                <a:ea typeface="Calibri"/>
                <a:cs typeface="Calibri"/>
                <a:sym typeface="Calibri"/>
              </a:defRPr>
            </a:lvl2pPr>
            <a:lvl3pPr marL="1371600" marR="0" lvl="2" indent="-381000" algn="ctr" rtl="0">
              <a:lnSpc>
                <a:spcPct val="100000"/>
              </a:lnSpc>
              <a:spcBef>
                <a:spcPts val="480"/>
              </a:spcBef>
              <a:spcAft>
                <a:spcPts val="0"/>
              </a:spcAft>
              <a:buClr>
                <a:srgbClr val="888888"/>
              </a:buClr>
              <a:buSzPts val="2400"/>
              <a:buFont typeface="Arial"/>
              <a:buNone/>
              <a:defRPr sz="2400" b="0" i="0" u="none" strike="noStrike" cap="none">
                <a:solidFill>
                  <a:srgbClr val="888888"/>
                </a:solidFill>
                <a:latin typeface="Calibri"/>
                <a:ea typeface="Calibri"/>
                <a:cs typeface="Calibri"/>
                <a:sym typeface="Calibri"/>
              </a:defRPr>
            </a:lvl3pPr>
            <a:lvl4pPr marL="1828800" marR="0" lvl="3" indent="-355600" algn="ctr" rtl="0">
              <a:lnSpc>
                <a:spcPct val="100000"/>
              </a:lnSpc>
              <a:spcBef>
                <a:spcPts val="400"/>
              </a:spcBef>
              <a:spcAft>
                <a:spcPts val="0"/>
              </a:spcAft>
              <a:buClr>
                <a:srgbClr val="888888"/>
              </a:buClr>
              <a:buSzPts val="2000"/>
              <a:buFont typeface="Arial"/>
              <a:buNone/>
              <a:defRPr sz="2000" b="0" i="0" u="none" strike="noStrike" cap="none">
                <a:solidFill>
                  <a:srgbClr val="888888"/>
                </a:solidFill>
                <a:latin typeface="Calibri"/>
                <a:ea typeface="Calibri"/>
                <a:cs typeface="Calibri"/>
                <a:sym typeface="Calibri"/>
              </a:defRPr>
            </a:lvl4pPr>
            <a:lvl5pPr marL="2286000" marR="0" lvl="4" indent="-355600" algn="ctr" rtl="0">
              <a:lnSpc>
                <a:spcPct val="100000"/>
              </a:lnSpc>
              <a:spcBef>
                <a:spcPts val="400"/>
              </a:spcBef>
              <a:spcAft>
                <a:spcPts val="0"/>
              </a:spcAft>
              <a:buClr>
                <a:srgbClr val="888888"/>
              </a:buClr>
              <a:buSzPts val="2000"/>
              <a:buFont typeface="Arial"/>
              <a:buNone/>
              <a:defRPr sz="2000" b="0" i="0" u="none" strike="noStrike" cap="none">
                <a:solidFill>
                  <a:srgbClr val="888888"/>
                </a:solidFill>
                <a:latin typeface="Calibri"/>
                <a:ea typeface="Calibri"/>
                <a:cs typeface="Calibri"/>
                <a:sym typeface="Calibri"/>
              </a:defRPr>
            </a:lvl5pPr>
            <a:lvl6pPr marL="2743200" marR="0" lvl="5" indent="-355600" algn="ctr" rtl="0">
              <a:lnSpc>
                <a:spcPct val="100000"/>
              </a:lnSpc>
              <a:spcBef>
                <a:spcPts val="400"/>
              </a:spcBef>
              <a:spcAft>
                <a:spcPts val="0"/>
              </a:spcAft>
              <a:buClr>
                <a:srgbClr val="888888"/>
              </a:buClr>
              <a:buSzPts val="2000"/>
              <a:buFont typeface="Arial"/>
              <a:buNone/>
              <a:defRPr sz="2000" b="0" i="0" u="none" strike="noStrike" cap="none">
                <a:solidFill>
                  <a:srgbClr val="888888"/>
                </a:solidFill>
                <a:latin typeface="Calibri"/>
                <a:ea typeface="Calibri"/>
                <a:cs typeface="Calibri"/>
                <a:sym typeface="Calibri"/>
              </a:defRPr>
            </a:lvl6pPr>
            <a:lvl7pPr marL="3200400" marR="0" lvl="6" indent="-355600" algn="ctr" rtl="0">
              <a:lnSpc>
                <a:spcPct val="100000"/>
              </a:lnSpc>
              <a:spcBef>
                <a:spcPts val="400"/>
              </a:spcBef>
              <a:spcAft>
                <a:spcPts val="0"/>
              </a:spcAft>
              <a:buClr>
                <a:srgbClr val="888888"/>
              </a:buClr>
              <a:buSzPts val="2000"/>
              <a:buFont typeface="Arial"/>
              <a:buNone/>
              <a:defRPr sz="2000" b="0" i="0" u="none" strike="noStrike" cap="none">
                <a:solidFill>
                  <a:srgbClr val="888888"/>
                </a:solidFill>
                <a:latin typeface="Calibri"/>
                <a:ea typeface="Calibri"/>
                <a:cs typeface="Calibri"/>
                <a:sym typeface="Calibri"/>
              </a:defRPr>
            </a:lvl7pPr>
            <a:lvl8pPr marL="3657600" marR="0" lvl="7" indent="-355600" algn="ctr" rtl="0">
              <a:lnSpc>
                <a:spcPct val="100000"/>
              </a:lnSpc>
              <a:spcBef>
                <a:spcPts val="400"/>
              </a:spcBef>
              <a:spcAft>
                <a:spcPts val="0"/>
              </a:spcAft>
              <a:buClr>
                <a:srgbClr val="888888"/>
              </a:buClr>
              <a:buSzPts val="2000"/>
              <a:buFont typeface="Arial"/>
              <a:buNone/>
              <a:defRPr sz="2000" b="0" i="0" u="none" strike="noStrike" cap="none">
                <a:solidFill>
                  <a:srgbClr val="888888"/>
                </a:solidFill>
                <a:latin typeface="Calibri"/>
                <a:ea typeface="Calibri"/>
                <a:cs typeface="Calibri"/>
                <a:sym typeface="Calibri"/>
              </a:defRPr>
            </a:lvl8pPr>
            <a:lvl9pPr marL="4114800" marR="0" lvl="8" indent="-355600" algn="ctr" rtl="0">
              <a:lnSpc>
                <a:spcPct val="100000"/>
              </a:lnSpc>
              <a:spcBef>
                <a:spcPts val="400"/>
              </a:spcBef>
              <a:spcAft>
                <a:spcPts val="0"/>
              </a:spcAft>
              <a:buClr>
                <a:srgbClr val="888888"/>
              </a:buClr>
              <a:buSzPts val="2000"/>
              <a:buFont typeface="Arial"/>
              <a:buNone/>
              <a:defRPr sz="2000" b="0" i="0" u="none" strike="noStrike" cap="none">
                <a:solidFill>
                  <a:srgbClr val="888888"/>
                </a:solidFill>
                <a:latin typeface="Calibri"/>
                <a:ea typeface="Calibri"/>
                <a:cs typeface="Calibri"/>
                <a:sym typeface="Calibri"/>
              </a:defRPr>
            </a:lvl9pPr>
          </a:lstStyle>
          <a:p>
            <a:pPr marL="0" indent="0" algn="just"/>
            <a:r>
              <a:rPr lang="en-IN" sz="2000" b="1" dirty="0">
                <a:solidFill>
                  <a:schemeClr val="tx1"/>
                </a:solidFill>
                <a:latin typeface="Century" panose="02040604050505020304" pitchFamily="18" charset="0"/>
                <a:ea typeface="Calibri" panose="020F0502020204030204" pitchFamily="34" charset="0"/>
                <a:cs typeface="Calibri" panose="020F0502020204030204" pitchFamily="34" charset="0"/>
              </a:rPr>
              <a:t>Speed</a:t>
            </a:r>
          </a:p>
          <a:p>
            <a:pPr marL="0" indent="0" algn="just"/>
            <a:r>
              <a:rPr lang="en-US" sz="1800" b="1" dirty="0">
                <a:solidFill>
                  <a:srgbClr val="333333"/>
                </a:solidFill>
                <a:latin typeface="Century" panose="02040604050505020304" pitchFamily="18" charset="0"/>
                <a:ea typeface="Times New Roman"/>
                <a:cs typeface="Times New Roman"/>
                <a:sym typeface="Times New Roman"/>
              </a:rPr>
              <a:t>A </a:t>
            </a:r>
            <a:r>
              <a:rPr lang="en-US" sz="1800" dirty="0">
                <a:solidFill>
                  <a:srgbClr val="333333"/>
                </a:solidFill>
                <a:latin typeface="Century" panose="02040604050505020304" pitchFamily="18" charset="0"/>
                <a:ea typeface="Times New Roman"/>
                <a:cs typeface="Times New Roman"/>
                <a:sym typeface="Times New Roman"/>
              </a:rPr>
              <a:t>Computer can perform data processing jobs very fast, usually measured in </a:t>
            </a:r>
            <a:r>
              <a:rPr lang="en-US" sz="1800" b="1" dirty="0">
                <a:solidFill>
                  <a:srgbClr val="333333"/>
                </a:solidFill>
                <a:latin typeface="Century" panose="02040604050505020304" pitchFamily="18" charset="0"/>
                <a:ea typeface="Times New Roman"/>
                <a:cs typeface="Times New Roman"/>
                <a:sym typeface="Times New Roman"/>
              </a:rPr>
              <a:t>microseconds </a:t>
            </a:r>
            <a:r>
              <a:rPr lang="en-US" sz="1800" dirty="0">
                <a:solidFill>
                  <a:srgbClr val="333333"/>
                </a:solidFill>
                <a:latin typeface="Century" panose="02040604050505020304" pitchFamily="18" charset="0"/>
                <a:ea typeface="Times New Roman"/>
                <a:cs typeface="Times New Roman"/>
                <a:sym typeface="Times New Roman"/>
              </a:rPr>
              <a:t>(10</a:t>
            </a:r>
            <a:r>
              <a:rPr lang="en-US" sz="1800" baseline="30000" dirty="0">
                <a:solidFill>
                  <a:srgbClr val="333333"/>
                </a:solidFill>
                <a:latin typeface="Century" panose="02040604050505020304" pitchFamily="18" charset="0"/>
                <a:ea typeface="Times New Roman"/>
                <a:cs typeface="Times New Roman"/>
                <a:sym typeface="Times New Roman"/>
              </a:rPr>
              <a:t>-6</a:t>
            </a:r>
            <a:r>
              <a:rPr lang="en-US" sz="1800" dirty="0">
                <a:solidFill>
                  <a:srgbClr val="333333"/>
                </a:solidFill>
                <a:latin typeface="Century" panose="02040604050505020304" pitchFamily="18" charset="0"/>
                <a:ea typeface="Times New Roman"/>
                <a:cs typeface="Times New Roman"/>
                <a:sym typeface="Times New Roman"/>
              </a:rPr>
              <a:t>), </a:t>
            </a:r>
            <a:r>
              <a:rPr lang="en-US" sz="1800" b="1" dirty="0">
                <a:solidFill>
                  <a:srgbClr val="333333"/>
                </a:solidFill>
                <a:latin typeface="Century" panose="02040604050505020304" pitchFamily="18" charset="0"/>
                <a:ea typeface="Times New Roman"/>
                <a:cs typeface="Times New Roman"/>
                <a:sym typeface="Times New Roman"/>
              </a:rPr>
              <a:t>nanoseconds </a:t>
            </a:r>
            <a:r>
              <a:rPr lang="en-US" sz="1800" dirty="0">
                <a:solidFill>
                  <a:srgbClr val="333333"/>
                </a:solidFill>
                <a:latin typeface="Century" panose="02040604050505020304" pitchFamily="18" charset="0"/>
                <a:ea typeface="Times New Roman"/>
                <a:cs typeface="Times New Roman"/>
                <a:sym typeface="Times New Roman"/>
              </a:rPr>
              <a:t>(10</a:t>
            </a:r>
            <a:r>
              <a:rPr lang="en-US" sz="1800" baseline="30000" dirty="0">
                <a:solidFill>
                  <a:srgbClr val="333333"/>
                </a:solidFill>
                <a:latin typeface="Century" panose="02040604050505020304" pitchFamily="18" charset="0"/>
                <a:ea typeface="Times New Roman"/>
                <a:cs typeface="Times New Roman"/>
                <a:sym typeface="Times New Roman"/>
              </a:rPr>
              <a:t>-9</a:t>
            </a:r>
            <a:r>
              <a:rPr lang="en-US" sz="1800" dirty="0">
                <a:solidFill>
                  <a:srgbClr val="333333"/>
                </a:solidFill>
                <a:latin typeface="Century" panose="02040604050505020304" pitchFamily="18" charset="0"/>
                <a:ea typeface="Times New Roman"/>
                <a:cs typeface="Times New Roman"/>
                <a:sym typeface="Times New Roman"/>
              </a:rPr>
              <a:t>), and </a:t>
            </a:r>
            <a:r>
              <a:rPr lang="en-US" sz="1800" b="1" dirty="0">
                <a:solidFill>
                  <a:srgbClr val="333333"/>
                </a:solidFill>
                <a:latin typeface="Century" panose="02040604050505020304" pitchFamily="18" charset="0"/>
                <a:ea typeface="Times New Roman"/>
                <a:cs typeface="Times New Roman"/>
                <a:sym typeface="Times New Roman"/>
              </a:rPr>
              <a:t>picoseconds </a:t>
            </a:r>
            <a:r>
              <a:rPr lang="en-US" sz="1800" dirty="0">
                <a:solidFill>
                  <a:srgbClr val="333333"/>
                </a:solidFill>
                <a:latin typeface="Century" panose="02040604050505020304" pitchFamily="18" charset="0"/>
                <a:ea typeface="Times New Roman"/>
                <a:cs typeface="Times New Roman"/>
                <a:sym typeface="Times New Roman"/>
              </a:rPr>
              <a:t>(10</a:t>
            </a:r>
            <a:r>
              <a:rPr lang="en-US" sz="1800" baseline="30000" dirty="0">
                <a:solidFill>
                  <a:srgbClr val="333333"/>
                </a:solidFill>
                <a:latin typeface="Century" panose="02040604050505020304" pitchFamily="18" charset="0"/>
                <a:ea typeface="Times New Roman"/>
                <a:cs typeface="Times New Roman"/>
                <a:sym typeface="Times New Roman"/>
              </a:rPr>
              <a:t>-12</a:t>
            </a:r>
            <a:r>
              <a:rPr lang="en-US" sz="1800" dirty="0">
                <a:solidFill>
                  <a:srgbClr val="333333"/>
                </a:solidFill>
                <a:latin typeface="Century" panose="02040604050505020304" pitchFamily="18" charset="0"/>
                <a:ea typeface="Times New Roman"/>
                <a:cs typeface="Times New Roman"/>
                <a:sym typeface="Times New Roman"/>
              </a:rPr>
              <a:t>).</a:t>
            </a:r>
            <a:endParaRPr lang="en-US" sz="1800" dirty="0">
              <a:latin typeface="Century" panose="02040604050505020304" pitchFamily="18" charset="0"/>
              <a:ea typeface="Times New Roman"/>
              <a:cs typeface="Times New Roman"/>
              <a:sym typeface="Times New Roman"/>
            </a:endParaRPr>
          </a:p>
          <a:p>
            <a:pPr marL="0" indent="0" algn="just"/>
            <a:r>
              <a:rPr lang="en-IN" sz="2000" b="1" dirty="0">
                <a:solidFill>
                  <a:schemeClr val="tx1"/>
                </a:solidFill>
                <a:latin typeface="Century" panose="02040604050505020304" pitchFamily="18" charset="0"/>
                <a:ea typeface="Calibri" panose="020F0502020204030204" pitchFamily="34" charset="0"/>
                <a:cs typeface="Calibri" panose="020F0502020204030204" pitchFamily="34" charset="0"/>
              </a:rPr>
              <a:t>Accuracy</a:t>
            </a:r>
          </a:p>
          <a:p>
            <a:pPr algn="just">
              <a:buFont typeface="Wingdings" panose="05000000000000000000" pitchFamily="2" charset="2"/>
              <a:buChar char="§"/>
            </a:pPr>
            <a:r>
              <a:rPr lang="en-IN" sz="1800" dirty="0">
                <a:solidFill>
                  <a:schemeClr val="tx1"/>
                </a:solidFill>
                <a:latin typeface="Century" panose="02040604050505020304" pitchFamily="18" charset="0"/>
                <a:ea typeface="Calibri" panose="020F0502020204030204" pitchFamily="34" charset="0"/>
                <a:cs typeface="Calibri" panose="020F0502020204030204" pitchFamily="34" charset="0"/>
              </a:rPr>
              <a:t>Computers work free from errors.</a:t>
            </a:r>
          </a:p>
          <a:p>
            <a:pPr algn="just">
              <a:buFont typeface="Wingdings" panose="05000000000000000000" pitchFamily="2" charset="2"/>
              <a:buChar char="§"/>
            </a:pPr>
            <a:r>
              <a:rPr lang="en-IN" sz="1800" dirty="0">
                <a:solidFill>
                  <a:schemeClr val="tx1"/>
                </a:solidFill>
                <a:latin typeface="Century" panose="02040604050505020304" pitchFamily="18" charset="0"/>
                <a:ea typeface="Calibri" panose="020F0502020204030204" pitchFamily="34" charset="0"/>
                <a:cs typeface="Calibri" panose="020F0502020204030204" pitchFamily="34" charset="0"/>
              </a:rPr>
              <a:t>If the input and program are correct, there is no mistake in the output.</a:t>
            </a:r>
          </a:p>
          <a:p>
            <a:pPr algn="just">
              <a:buFont typeface="Wingdings" panose="05000000000000000000" pitchFamily="2" charset="2"/>
              <a:buChar char="§"/>
            </a:pPr>
            <a:r>
              <a:rPr lang="en-IN" sz="1800" dirty="0">
                <a:solidFill>
                  <a:schemeClr val="tx1"/>
                </a:solidFill>
                <a:latin typeface="Century" panose="02040604050505020304" pitchFamily="18" charset="0"/>
                <a:ea typeface="Calibri" panose="020F0502020204030204" pitchFamily="34" charset="0"/>
                <a:cs typeface="Calibri" panose="020F0502020204030204" pitchFamily="34" charset="0"/>
              </a:rPr>
              <a:t>It provides 100% accuracy in mathematical and logical operations.</a:t>
            </a:r>
          </a:p>
          <a:p>
            <a:pPr marL="0" indent="0" algn="just"/>
            <a:endParaRPr lang="en-IN" sz="1800" dirty="0">
              <a:solidFill>
                <a:schemeClr val="tx1"/>
              </a:solidFill>
              <a:latin typeface="Century" panose="02040604050505020304" pitchFamily="18" charset="0"/>
              <a:ea typeface="Calibri" panose="020F0502020204030204" pitchFamily="34" charset="0"/>
              <a:cs typeface="Calibri" panose="020F0502020204030204" pitchFamily="34" charset="0"/>
            </a:endParaRPr>
          </a:p>
        </p:txBody>
      </p:sp>
      <p:sp>
        <p:nvSpPr>
          <p:cNvPr id="3" name="TextBox 2">
            <a:extLst>
              <a:ext uri="{FF2B5EF4-FFF2-40B4-BE49-F238E27FC236}">
                <a16:creationId xmlns:a16="http://schemas.microsoft.com/office/drawing/2014/main" id="{C3253857-9D21-A3C4-2BD5-AFFEACBFD9F0}"/>
              </a:ext>
            </a:extLst>
          </p:cNvPr>
          <p:cNvSpPr txBox="1"/>
          <p:nvPr/>
        </p:nvSpPr>
        <p:spPr>
          <a:xfrm>
            <a:off x="769052" y="4138476"/>
            <a:ext cx="7439078" cy="2169825"/>
          </a:xfrm>
          <a:prstGeom prst="rect">
            <a:avLst/>
          </a:prstGeom>
          <a:noFill/>
        </p:spPr>
        <p:txBody>
          <a:bodyPr wrap="square">
            <a:spAutoFit/>
          </a:bodyPr>
          <a:lstStyle/>
          <a:p>
            <a:pPr algn="just">
              <a:buNone/>
            </a:pPr>
            <a:r>
              <a:rPr lang="en-IN" sz="2000" b="1" dirty="0">
                <a:latin typeface="Century" panose="02040604050505020304" pitchFamily="18" charset="0"/>
                <a:ea typeface="Calibri" panose="020F0502020204030204" pitchFamily="34" charset="0"/>
                <a:cs typeface="Calibri" panose="020F0502020204030204" pitchFamily="34" charset="0"/>
              </a:rPr>
              <a:t>Storage Capacity</a:t>
            </a:r>
          </a:p>
          <a:p>
            <a:pPr marL="457200" lvl="0" indent="-457200" algn="just">
              <a:spcBef>
                <a:spcPts val="600"/>
              </a:spcBef>
              <a:spcAft>
                <a:spcPts val="600"/>
              </a:spcAft>
              <a:buFont typeface="Wingdings" panose="05000000000000000000" pitchFamily="2" charset="2"/>
              <a:buChar char="§"/>
            </a:pPr>
            <a:r>
              <a:rPr lang="en-IN" sz="1800" dirty="0">
                <a:latin typeface="Century" panose="02040604050505020304" pitchFamily="18" charset="0"/>
                <a:ea typeface="Calibri" panose="020F0502020204030204" pitchFamily="34" charset="0"/>
                <a:cs typeface="Calibri" panose="020F0502020204030204" pitchFamily="34" charset="0"/>
              </a:rPr>
              <a:t>Computers have the ability to store large amounts of data.</a:t>
            </a:r>
          </a:p>
          <a:p>
            <a:pPr marL="457200" lvl="0" indent="-457200" algn="just">
              <a:spcBef>
                <a:spcPts val="600"/>
              </a:spcBef>
              <a:spcAft>
                <a:spcPts val="600"/>
              </a:spcAft>
              <a:buFont typeface="Wingdings" panose="05000000000000000000" pitchFamily="2" charset="2"/>
              <a:buChar char="§"/>
            </a:pPr>
            <a:r>
              <a:rPr lang="en-IN" sz="1800" dirty="0">
                <a:latin typeface="Century" panose="02040604050505020304" pitchFamily="18" charset="0"/>
                <a:ea typeface="Calibri" panose="020F0502020204030204" pitchFamily="34" charset="0"/>
                <a:cs typeface="Calibri" panose="020F0502020204030204" pitchFamily="34" charset="0"/>
              </a:rPr>
              <a:t>Data can be stored using hard disks, SSDs, pen drives, cloud storage, etc.</a:t>
            </a:r>
          </a:p>
          <a:p>
            <a:pPr marL="457200" lvl="0" indent="-457200" algn="just">
              <a:spcBef>
                <a:spcPts val="600"/>
              </a:spcBef>
              <a:spcAft>
                <a:spcPts val="600"/>
              </a:spcAft>
              <a:buFont typeface="Wingdings" panose="05000000000000000000" pitchFamily="2" charset="2"/>
              <a:buChar char="§"/>
            </a:pPr>
            <a:r>
              <a:rPr lang="en-IN" sz="1800" dirty="0">
                <a:latin typeface="Century" panose="02040604050505020304" pitchFamily="18" charset="0"/>
                <a:ea typeface="Calibri" panose="020F0502020204030204" pitchFamily="34" charset="0"/>
                <a:cs typeface="Calibri" panose="020F0502020204030204" pitchFamily="34" charset="0"/>
              </a:rPr>
              <a:t>Data is safely kept for a long time and can be accessed easily when needed.</a:t>
            </a:r>
          </a:p>
        </p:txBody>
      </p:sp>
    </p:spTree>
    <p:extLst>
      <p:ext uri="{BB962C8B-B14F-4D97-AF65-F5344CB8AC3E}">
        <p14:creationId xmlns:p14="http://schemas.microsoft.com/office/powerpoint/2010/main" val="391197566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58">
          <a:extLst>
            <a:ext uri="{FF2B5EF4-FFF2-40B4-BE49-F238E27FC236}">
              <a16:creationId xmlns:a16="http://schemas.microsoft.com/office/drawing/2014/main" id="{7C90B226-4ABC-0C0B-2CBF-57405834CFAB}"/>
            </a:ext>
          </a:extLst>
        </p:cNvPr>
        <p:cNvGrpSpPr/>
        <p:nvPr/>
      </p:nvGrpSpPr>
      <p:grpSpPr>
        <a:xfrm>
          <a:off x="0" y="0"/>
          <a:ext cx="0" cy="0"/>
          <a:chOff x="0" y="0"/>
          <a:chExt cx="0" cy="0"/>
        </a:xfrm>
      </p:grpSpPr>
      <p:sp>
        <p:nvSpPr>
          <p:cNvPr id="60" name="Google Shape;60;p13">
            <a:extLst>
              <a:ext uri="{FF2B5EF4-FFF2-40B4-BE49-F238E27FC236}">
                <a16:creationId xmlns:a16="http://schemas.microsoft.com/office/drawing/2014/main" id="{0D0F6E6A-3C9B-B2DE-7FCD-BA1A9C301E83}"/>
              </a:ext>
            </a:extLst>
          </p:cNvPr>
          <p:cNvSpPr txBox="1">
            <a:spLocks noGrp="1"/>
          </p:cNvSpPr>
          <p:nvPr>
            <p:ph type="subTitle" idx="1"/>
          </p:nvPr>
        </p:nvSpPr>
        <p:spPr>
          <a:xfrm>
            <a:off x="356420" y="1548580"/>
            <a:ext cx="8153400" cy="4724400"/>
          </a:xfrm>
          <a:prstGeom prst="rect">
            <a:avLst/>
          </a:prstGeom>
          <a:noFill/>
          <a:ln>
            <a:noFill/>
          </a:ln>
        </p:spPr>
        <p:txBody>
          <a:bodyPr spcFirstLastPara="1" wrap="square" lIns="91425" tIns="45700" rIns="91425" bIns="45700" anchor="t" anchorCtr="0">
            <a:noAutofit/>
          </a:bodyPr>
          <a:lstStyle/>
          <a:p>
            <a:pPr marL="469265" marR="5080" lvl="0" indent="-457200" algn="just" rtl="0">
              <a:lnSpc>
                <a:spcPct val="100000"/>
              </a:lnSpc>
              <a:spcBef>
                <a:spcPts val="640"/>
              </a:spcBef>
              <a:spcAft>
                <a:spcPts val="0"/>
              </a:spcAft>
              <a:buClr>
                <a:schemeClr val="dk1"/>
              </a:buClr>
              <a:buSzPts val="1200"/>
              <a:buFont typeface="Noto Sans Symbols"/>
              <a:buChar char="⮚"/>
            </a:pPr>
            <a:endParaRPr dirty="0">
              <a:latin typeface="Calibri" panose="020F0502020204030204" pitchFamily="34" charset="0"/>
              <a:ea typeface="Calibri" panose="020F0502020204030204" pitchFamily="34" charset="0"/>
              <a:cs typeface="Calibri" panose="020F0502020204030204" pitchFamily="34" charset="0"/>
            </a:endParaRPr>
          </a:p>
          <a:p>
            <a:pPr marL="482600" lvl="0" indent="-254000" algn="just" rtl="0">
              <a:lnSpc>
                <a:spcPct val="100000"/>
              </a:lnSpc>
              <a:spcBef>
                <a:spcPts val="640"/>
              </a:spcBef>
              <a:spcAft>
                <a:spcPts val="0"/>
              </a:spcAft>
              <a:buSzPts val="3200"/>
              <a:buFont typeface="Noto Sans Symbols"/>
              <a:buNone/>
            </a:pPr>
            <a:endParaRPr lang="en-US" sz="2000" dirty="0">
              <a:solidFill>
                <a:schemeClr val="dk1"/>
              </a:solidFill>
              <a:latin typeface="Calibri" panose="020F0502020204030204" pitchFamily="34" charset="0"/>
              <a:ea typeface="Calibri" panose="020F0502020204030204" pitchFamily="34" charset="0"/>
              <a:cs typeface="Calibri" panose="020F0502020204030204" pitchFamily="34" charset="0"/>
              <a:sym typeface="Times New Roman"/>
            </a:endParaRPr>
          </a:p>
        </p:txBody>
      </p:sp>
      <p:sp>
        <p:nvSpPr>
          <p:cNvPr id="3" name="TextBox 2">
            <a:extLst>
              <a:ext uri="{FF2B5EF4-FFF2-40B4-BE49-F238E27FC236}">
                <a16:creationId xmlns:a16="http://schemas.microsoft.com/office/drawing/2014/main" id="{2E4B07A7-0CBA-0D07-DE52-B832A0896A97}"/>
              </a:ext>
            </a:extLst>
          </p:cNvPr>
          <p:cNvSpPr txBox="1"/>
          <p:nvPr/>
        </p:nvSpPr>
        <p:spPr>
          <a:xfrm>
            <a:off x="551832" y="3564486"/>
            <a:ext cx="7762575" cy="1028487"/>
          </a:xfrm>
          <a:prstGeom prst="rect">
            <a:avLst/>
          </a:prstGeom>
          <a:noFill/>
        </p:spPr>
        <p:txBody>
          <a:bodyPr wrap="square">
            <a:spAutoFit/>
          </a:bodyPr>
          <a:lstStyle/>
          <a:p>
            <a:pPr marL="12700" marR="55244" lvl="0" algn="just">
              <a:spcBef>
                <a:spcPts val="90"/>
              </a:spcBef>
              <a:buClr>
                <a:schemeClr val="dk1"/>
              </a:buClr>
              <a:buSzPts val="2000"/>
            </a:pPr>
            <a:r>
              <a:rPr lang="en-US" sz="2000" b="1" dirty="0">
                <a:solidFill>
                  <a:srgbClr val="333333"/>
                </a:solidFill>
                <a:latin typeface="Times New Roman"/>
                <a:ea typeface="Times New Roman"/>
                <a:cs typeface="Times New Roman"/>
                <a:sym typeface="Times New Roman"/>
              </a:rPr>
              <a:t>Automatic  </a:t>
            </a:r>
          </a:p>
          <a:p>
            <a:pPr marL="12700" marR="55244" lvl="0" algn="just">
              <a:spcBef>
                <a:spcPts val="90"/>
              </a:spcBef>
              <a:buClr>
                <a:schemeClr val="dk1"/>
              </a:buClr>
              <a:buSzPts val="2000"/>
            </a:pPr>
            <a:r>
              <a:rPr lang="en-US" sz="2000" dirty="0">
                <a:solidFill>
                  <a:srgbClr val="333333"/>
                </a:solidFill>
                <a:latin typeface="Times New Roman"/>
                <a:ea typeface="Times New Roman"/>
                <a:cs typeface="Times New Roman"/>
                <a:sym typeface="Times New Roman"/>
              </a:rPr>
              <a:t>Given a job, a computer can work on it automatically without human intervention.</a:t>
            </a:r>
            <a:endParaRPr lang="en-US" sz="2000" dirty="0">
              <a:latin typeface="Times New Roman"/>
              <a:ea typeface="Times New Roman"/>
              <a:cs typeface="Times New Roman"/>
              <a:sym typeface="Times New Roman"/>
            </a:endParaRPr>
          </a:p>
        </p:txBody>
      </p:sp>
      <p:sp>
        <p:nvSpPr>
          <p:cNvPr id="5" name="TextBox 4">
            <a:extLst>
              <a:ext uri="{FF2B5EF4-FFF2-40B4-BE49-F238E27FC236}">
                <a16:creationId xmlns:a16="http://schemas.microsoft.com/office/drawing/2014/main" id="{B4B4B636-E143-C730-B1BE-B215D6C22E71}"/>
              </a:ext>
            </a:extLst>
          </p:cNvPr>
          <p:cNvSpPr txBox="1"/>
          <p:nvPr/>
        </p:nvSpPr>
        <p:spPr>
          <a:xfrm>
            <a:off x="585013" y="897546"/>
            <a:ext cx="7924807" cy="2708434"/>
          </a:xfrm>
          <a:prstGeom prst="rect">
            <a:avLst/>
          </a:prstGeom>
          <a:noFill/>
        </p:spPr>
        <p:txBody>
          <a:bodyPr wrap="square">
            <a:spAutoFit/>
          </a:bodyPr>
          <a:lstStyle/>
          <a:p>
            <a:pPr algn="just">
              <a:lnSpc>
                <a:spcPct val="150000"/>
              </a:lnSpc>
              <a:buNone/>
            </a:pPr>
            <a:r>
              <a:rPr lang="en-IN" sz="2000" b="1" dirty="0">
                <a:latin typeface="Calibri" panose="020F0502020204030204" pitchFamily="34" charset="0"/>
                <a:ea typeface="Calibri" panose="020F0502020204030204" pitchFamily="34" charset="0"/>
                <a:cs typeface="Calibri" panose="020F0502020204030204" pitchFamily="34" charset="0"/>
              </a:rPr>
              <a:t>Diligence</a:t>
            </a:r>
            <a:r>
              <a:rPr lang="en-IN" sz="1800" dirty="0">
                <a:latin typeface="Calibri" panose="020F0502020204030204" pitchFamily="34" charset="0"/>
                <a:ea typeface="Calibri" panose="020F0502020204030204" pitchFamily="34" charset="0"/>
                <a:cs typeface="Calibri" panose="020F0502020204030204" pitchFamily="34" charset="0"/>
              </a:rPr>
              <a:t> </a:t>
            </a:r>
          </a:p>
          <a:p>
            <a:pPr marL="342900" indent="-342900" algn="just">
              <a:buFont typeface="Wingdings" panose="05000000000000000000" pitchFamily="2" charset="2"/>
              <a:buChar char="§"/>
            </a:pPr>
            <a:r>
              <a:rPr lang="en-IN" sz="2000" dirty="0">
                <a:latin typeface="Calibri" panose="020F0502020204030204" pitchFamily="34" charset="0"/>
                <a:ea typeface="Calibri" panose="020F0502020204030204" pitchFamily="34" charset="0"/>
                <a:cs typeface="Calibri" panose="020F0502020204030204" pitchFamily="34" charset="0"/>
              </a:rPr>
              <a:t>Unlike human beings, a computer never gets tired and does not lose its concentration. </a:t>
            </a:r>
          </a:p>
          <a:p>
            <a:pPr marL="342900" indent="-342900" algn="just">
              <a:buFont typeface="Wingdings" panose="05000000000000000000" pitchFamily="2" charset="2"/>
              <a:buChar char="§"/>
            </a:pPr>
            <a:r>
              <a:rPr lang="en-IN" sz="2000" dirty="0">
                <a:latin typeface="Calibri" panose="020F0502020204030204" pitchFamily="34" charset="0"/>
                <a:ea typeface="Calibri" panose="020F0502020204030204" pitchFamily="34" charset="0"/>
                <a:cs typeface="Calibri" panose="020F0502020204030204" pitchFamily="34" charset="0"/>
              </a:rPr>
              <a:t>It can continuously work with a great accuracy for hours, creating no error and without rumbling.</a:t>
            </a:r>
          </a:p>
          <a:p>
            <a:pPr marL="342900" indent="-342900" algn="just">
              <a:buFont typeface="Wingdings" panose="05000000000000000000" pitchFamily="2" charset="2"/>
              <a:buChar char="§"/>
            </a:pPr>
            <a:r>
              <a:rPr lang="en-IN" sz="2000" b="1" i="1" dirty="0">
                <a:latin typeface="Calibri" panose="020F0502020204030204" pitchFamily="34" charset="0"/>
                <a:ea typeface="Calibri" panose="020F0502020204030204" pitchFamily="34" charset="0"/>
                <a:cs typeface="Calibri" panose="020F0502020204030204" pitchFamily="34" charset="0"/>
              </a:rPr>
              <a:t>e.g. </a:t>
            </a:r>
            <a:r>
              <a:rPr lang="en-IN" sz="2000" dirty="0">
                <a:latin typeface="Calibri" panose="020F0502020204030204" pitchFamily="34" charset="0"/>
                <a:ea typeface="Calibri" panose="020F0502020204030204" pitchFamily="34" charset="0"/>
                <a:cs typeface="Calibri" panose="020F0502020204030204" pitchFamily="34" charset="0"/>
              </a:rPr>
              <a:t>if hundred million calculations have to be performed, a computer machine will perform the last one with exactly the same accuracy and speed as it did the first one.</a:t>
            </a:r>
          </a:p>
        </p:txBody>
      </p:sp>
      <p:sp>
        <p:nvSpPr>
          <p:cNvPr id="7" name="TextBox 6">
            <a:extLst>
              <a:ext uri="{FF2B5EF4-FFF2-40B4-BE49-F238E27FC236}">
                <a16:creationId xmlns:a16="http://schemas.microsoft.com/office/drawing/2014/main" id="{2E728531-7869-B446-358E-6D48AC0FA1B5}"/>
              </a:ext>
            </a:extLst>
          </p:cNvPr>
          <p:cNvSpPr txBox="1"/>
          <p:nvPr/>
        </p:nvSpPr>
        <p:spPr>
          <a:xfrm>
            <a:off x="551833" y="4771257"/>
            <a:ext cx="7762574" cy="1323439"/>
          </a:xfrm>
          <a:prstGeom prst="rect">
            <a:avLst/>
          </a:prstGeom>
          <a:noFill/>
        </p:spPr>
        <p:txBody>
          <a:bodyPr wrap="square">
            <a:spAutoFit/>
          </a:bodyPr>
          <a:lstStyle/>
          <a:p>
            <a:pPr algn="just">
              <a:buNone/>
            </a:pPr>
            <a:r>
              <a:rPr lang="en-IN" sz="2000" b="1" dirty="0">
                <a:latin typeface="Calibri" panose="020F0502020204030204" pitchFamily="34" charset="0"/>
                <a:ea typeface="Calibri" panose="020F0502020204030204" pitchFamily="34" charset="0"/>
                <a:cs typeface="Calibri" panose="020F0502020204030204" pitchFamily="34" charset="0"/>
              </a:rPr>
              <a:t>Versatility</a:t>
            </a:r>
            <a:endParaRPr lang="en-IN" sz="2000" dirty="0">
              <a:latin typeface="Calibri" panose="020F0502020204030204" pitchFamily="34" charset="0"/>
              <a:ea typeface="Calibri" panose="020F0502020204030204" pitchFamily="34" charset="0"/>
              <a:cs typeface="Calibri" panose="020F0502020204030204" pitchFamily="34" charset="0"/>
            </a:endParaRPr>
          </a:p>
          <a:p>
            <a:pPr marL="342900" indent="-342900" algn="just">
              <a:buFont typeface="Wingdings" panose="05000000000000000000" pitchFamily="2" charset="2"/>
              <a:buChar char="§"/>
            </a:pPr>
            <a:r>
              <a:rPr lang="en-IN" sz="2000" dirty="0">
                <a:latin typeface="Calibri" panose="020F0502020204030204" pitchFamily="34" charset="0"/>
                <a:ea typeface="Calibri" panose="020F0502020204030204" pitchFamily="34" charset="0"/>
                <a:cs typeface="Calibri" panose="020F0502020204030204" pitchFamily="34" charset="0"/>
              </a:rPr>
              <a:t>It is capable of performing multitasks at a time simultaneously. </a:t>
            </a:r>
          </a:p>
          <a:p>
            <a:pPr marL="342900" indent="-342900" algn="just">
              <a:buFont typeface="Wingdings" panose="05000000000000000000" pitchFamily="2" charset="2"/>
              <a:buChar char="§"/>
            </a:pPr>
            <a:r>
              <a:rPr lang="en-IN" sz="2000" dirty="0">
                <a:latin typeface="Calibri" panose="020F0502020204030204" pitchFamily="34" charset="0"/>
                <a:ea typeface="Calibri" panose="020F0502020204030204" pitchFamily="34" charset="0"/>
                <a:cs typeface="Calibri" panose="020F0502020204030204" pitchFamily="34" charset="0"/>
              </a:rPr>
              <a:t>For example, we can use it to play music, as well as write a letter in the MS Office simultaneously.</a:t>
            </a:r>
          </a:p>
        </p:txBody>
      </p:sp>
    </p:spTree>
    <p:extLst>
      <p:ext uri="{BB962C8B-B14F-4D97-AF65-F5344CB8AC3E}">
        <p14:creationId xmlns:p14="http://schemas.microsoft.com/office/powerpoint/2010/main" val="285817818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58">
          <a:extLst>
            <a:ext uri="{FF2B5EF4-FFF2-40B4-BE49-F238E27FC236}">
              <a16:creationId xmlns:a16="http://schemas.microsoft.com/office/drawing/2014/main" id="{6EB587A9-93DA-7090-2079-74CCB172A58F}"/>
            </a:ext>
          </a:extLst>
        </p:cNvPr>
        <p:cNvGrpSpPr/>
        <p:nvPr/>
      </p:nvGrpSpPr>
      <p:grpSpPr>
        <a:xfrm>
          <a:off x="0" y="0"/>
          <a:ext cx="0" cy="0"/>
          <a:chOff x="0" y="0"/>
          <a:chExt cx="0" cy="0"/>
        </a:xfrm>
      </p:grpSpPr>
      <p:sp>
        <p:nvSpPr>
          <p:cNvPr id="60" name="Google Shape;60;p13">
            <a:extLst>
              <a:ext uri="{FF2B5EF4-FFF2-40B4-BE49-F238E27FC236}">
                <a16:creationId xmlns:a16="http://schemas.microsoft.com/office/drawing/2014/main" id="{DB8484DF-A456-BFB6-3DEA-2A8BAB9397AF}"/>
              </a:ext>
            </a:extLst>
          </p:cNvPr>
          <p:cNvSpPr txBox="1">
            <a:spLocks noGrp="1"/>
          </p:cNvSpPr>
          <p:nvPr>
            <p:ph type="subTitle" idx="1"/>
          </p:nvPr>
        </p:nvSpPr>
        <p:spPr>
          <a:xfrm>
            <a:off x="533400" y="1371600"/>
            <a:ext cx="8153400" cy="4724400"/>
          </a:xfrm>
          <a:prstGeom prst="rect">
            <a:avLst/>
          </a:prstGeom>
          <a:noFill/>
          <a:ln>
            <a:noFill/>
          </a:ln>
        </p:spPr>
        <p:txBody>
          <a:bodyPr spcFirstLastPara="1" wrap="square" lIns="91425" tIns="45700" rIns="91425" bIns="45700" anchor="t" anchorCtr="0">
            <a:noAutofit/>
          </a:bodyPr>
          <a:lstStyle/>
          <a:p>
            <a:pPr marL="469265" marR="5080" lvl="0" indent="-457200" algn="just" rtl="0">
              <a:lnSpc>
                <a:spcPct val="100000"/>
              </a:lnSpc>
              <a:spcBef>
                <a:spcPts val="640"/>
              </a:spcBef>
              <a:spcAft>
                <a:spcPts val="0"/>
              </a:spcAft>
              <a:buClr>
                <a:schemeClr val="dk1"/>
              </a:buClr>
              <a:buSzPts val="1200"/>
              <a:buFont typeface="Noto Sans Symbols"/>
              <a:buChar char="⮚"/>
            </a:pPr>
            <a:endParaRPr dirty="0">
              <a:latin typeface="Cambria" panose="02040503050406030204" pitchFamily="18" charset="0"/>
              <a:ea typeface="Cambria" panose="02040503050406030204" pitchFamily="18" charset="0"/>
              <a:cs typeface="Calibri" panose="020F0502020204030204" pitchFamily="34" charset="0"/>
            </a:endParaRPr>
          </a:p>
          <a:p>
            <a:pPr marL="482600" lvl="0" indent="-254000" algn="just" rtl="0">
              <a:lnSpc>
                <a:spcPct val="100000"/>
              </a:lnSpc>
              <a:spcBef>
                <a:spcPts val="640"/>
              </a:spcBef>
              <a:spcAft>
                <a:spcPts val="0"/>
              </a:spcAft>
              <a:buSzPts val="3200"/>
              <a:buFont typeface="Noto Sans Symbols"/>
              <a:buNone/>
            </a:pPr>
            <a:endParaRPr lang="en-US" sz="2000" dirty="0">
              <a:solidFill>
                <a:schemeClr val="dk1"/>
              </a:solidFill>
              <a:latin typeface="Cambria" panose="02040503050406030204" pitchFamily="18" charset="0"/>
              <a:ea typeface="Cambria" panose="02040503050406030204" pitchFamily="18" charset="0"/>
              <a:cs typeface="Calibri" panose="020F0502020204030204" pitchFamily="34" charset="0"/>
              <a:sym typeface="Times New Roman"/>
            </a:endParaRPr>
          </a:p>
        </p:txBody>
      </p:sp>
      <p:sp>
        <p:nvSpPr>
          <p:cNvPr id="3" name="TextBox 2">
            <a:extLst>
              <a:ext uri="{FF2B5EF4-FFF2-40B4-BE49-F238E27FC236}">
                <a16:creationId xmlns:a16="http://schemas.microsoft.com/office/drawing/2014/main" id="{87AD7982-CD02-3221-949E-09EBC716B497}"/>
              </a:ext>
            </a:extLst>
          </p:cNvPr>
          <p:cNvSpPr txBox="1"/>
          <p:nvPr/>
        </p:nvSpPr>
        <p:spPr>
          <a:xfrm>
            <a:off x="457200" y="909935"/>
            <a:ext cx="8153400" cy="2246769"/>
          </a:xfrm>
          <a:prstGeom prst="rect">
            <a:avLst/>
          </a:prstGeom>
          <a:noFill/>
        </p:spPr>
        <p:txBody>
          <a:bodyPr wrap="square">
            <a:spAutoFit/>
          </a:bodyPr>
          <a:lstStyle/>
          <a:p>
            <a:pPr algn="just">
              <a:buNone/>
            </a:pPr>
            <a:r>
              <a:rPr lang="en-IN" sz="2000" b="1" dirty="0">
                <a:latin typeface="Cambria" panose="02040503050406030204" pitchFamily="18" charset="0"/>
                <a:ea typeface="Cambria" panose="02040503050406030204" pitchFamily="18" charset="0"/>
                <a:cs typeface="Calibri" panose="020F0502020204030204" pitchFamily="34" charset="0"/>
              </a:rPr>
              <a:t>Power of Remembering</a:t>
            </a:r>
            <a:r>
              <a:rPr lang="en-IN" sz="2000" dirty="0">
                <a:latin typeface="Cambria" panose="02040503050406030204" pitchFamily="18" charset="0"/>
                <a:ea typeface="Cambria" panose="02040503050406030204" pitchFamily="18" charset="0"/>
                <a:cs typeface="Calibri" panose="020F0502020204030204" pitchFamily="34" charset="0"/>
              </a:rPr>
              <a:t> </a:t>
            </a:r>
          </a:p>
          <a:p>
            <a:pPr marL="342900" indent="-342900" algn="just">
              <a:buFont typeface="Wingdings" panose="05000000000000000000" pitchFamily="2" charset="2"/>
              <a:buChar char="§"/>
            </a:pPr>
            <a:r>
              <a:rPr lang="en-IN" sz="2000" dirty="0">
                <a:latin typeface="Cambria" panose="02040503050406030204" pitchFamily="18" charset="0"/>
                <a:ea typeface="Cambria" panose="02040503050406030204" pitchFamily="18" charset="0"/>
                <a:cs typeface="Calibri" panose="020F0502020204030204" pitchFamily="34" charset="0"/>
              </a:rPr>
              <a:t>Computers have the power of storing any amount of data or information. </a:t>
            </a:r>
          </a:p>
          <a:p>
            <a:pPr marL="342900" indent="-342900" algn="just">
              <a:buFont typeface="Wingdings" panose="05000000000000000000" pitchFamily="2" charset="2"/>
              <a:buChar char="§"/>
            </a:pPr>
            <a:r>
              <a:rPr lang="en-IN" sz="2000" dirty="0">
                <a:latin typeface="Cambria" panose="02040503050406030204" pitchFamily="18" charset="0"/>
                <a:ea typeface="Cambria" panose="02040503050406030204" pitchFamily="18" charset="0"/>
                <a:cs typeface="Calibri" panose="020F0502020204030204" pitchFamily="34" charset="0"/>
              </a:rPr>
              <a:t>We can store any information for several years, and recalled when we need it. </a:t>
            </a:r>
            <a:r>
              <a:rPr lang="en-US" sz="2000" dirty="0">
                <a:latin typeface="Cambria" panose="02040503050406030204" pitchFamily="18" charset="0"/>
                <a:ea typeface="Cambria" panose="02040503050406030204" pitchFamily="18" charset="0"/>
                <a:cs typeface="Times New Roman"/>
                <a:sym typeface="Times New Roman"/>
              </a:rPr>
              <a:t>It forgets or loses certain information only when it is asked to do so.</a:t>
            </a:r>
          </a:p>
          <a:p>
            <a:pPr marL="342900" indent="-342900" algn="just">
              <a:buFont typeface="Wingdings" panose="05000000000000000000" pitchFamily="2" charset="2"/>
              <a:buChar char="§"/>
            </a:pPr>
            <a:endParaRPr lang="en-IN" sz="2000" dirty="0">
              <a:latin typeface="Cambria" panose="02040503050406030204" pitchFamily="18" charset="0"/>
              <a:ea typeface="Cambria" panose="02040503050406030204" pitchFamily="18" charset="0"/>
              <a:cs typeface="Calibri" panose="020F0502020204030204" pitchFamily="34" charset="0"/>
            </a:endParaRPr>
          </a:p>
        </p:txBody>
      </p:sp>
      <p:sp>
        <p:nvSpPr>
          <p:cNvPr id="5" name="TextBox 4">
            <a:extLst>
              <a:ext uri="{FF2B5EF4-FFF2-40B4-BE49-F238E27FC236}">
                <a16:creationId xmlns:a16="http://schemas.microsoft.com/office/drawing/2014/main" id="{F2688466-C7C5-A997-5403-B14AD51CA7CF}"/>
              </a:ext>
            </a:extLst>
          </p:cNvPr>
          <p:cNvSpPr txBox="1"/>
          <p:nvPr/>
        </p:nvSpPr>
        <p:spPr>
          <a:xfrm>
            <a:off x="533399" y="2810471"/>
            <a:ext cx="8153401" cy="3631763"/>
          </a:xfrm>
          <a:prstGeom prst="rect">
            <a:avLst/>
          </a:prstGeom>
          <a:noFill/>
        </p:spPr>
        <p:txBody>
          <a:bodyPr wrap="square">
            <a:spAutoFit/>
          </a:bodyPr>
          <a:lstStyle/>
          <a:p>
            <a:pPr algn="just">
              <a:buNone/>
            </a:pPr>
            <a:r>
              <a:rPr lang="en-IN" sz="2000" b="1" dirty="0">
                <a:latin typeface="Cambria" panose="02040503050406030204" pitchFamily="18" charset="0"/>
                <a:ea typeface="Cambria" panose="02040503050406030204" pitchFamily="18" charset="0"/>
                <a:cs typeface="Calibri" panose="020F0502020204030204" pitchFamily="34" charset="0"/>
              </a:rPr>
              <a:t>No Feeling</a:t>
            </a:r>
            <a:endParaRPr lang="en-IN" sz="2000" dirty="0">
              <a:latin typeface="Cambria" panose="02040503050406030204" pitchFamily="18" charset="0"/>
              <a:ea typeface="Cambria" panose="02040503050406030204" pitchFamily="18" charset="0"/>
              <a:cs typeface="Calibri" panose="020F0502020204030204" pitchFamily="34" charset="0"/>
            </a:endParaRPr>
          </a:p>
          <a:p>
            <a:pPr marL="342900" indent="-342900" algn="just">
              <a:buFont typeface="Wingdings" panose="05000000000000000000" pitchFamily="2" charset="2"/>
              <a:buChar char="§"/>
            </a:pPr>
            <a:r>
              <a:rPr lang="en-IN" sz="2000" dirty="0">
                <a:latin typeface="Cambria" panose="02040503050406030204" pitchFamily="18" charset="0"/>
                <a:ea typeface="Cambria" panose="02040503050406030204" pitchFamily="18" charset="0"/>
                <a:cs typeface="Calibri" panose="020F0502020204030204" pitchFamily="34" charset="0"/>
              </a:rPr>
              <a:t>A computer is an electronic device that does not have any feelings, emotions, taste, knowledge and experience. </a:t>
            </a:r>
          </a:p>
          <a:p>
            <a:pPr marL="342900" indent="-342900" algn="just">
              <a:buFont typeface="Wingdings" panose="05000000000000000000" pitchFamily="2" charset="2"/>
              <a:buChar char="§"/>
            </a:pPr>
            <a:r>
              <a:rPr lang="en-IN" sz="2000" dirty="0">
                <a:latin typeface="Cambria" panose="02040503050406030204" pitchFamily="18" charset="0"/>
                <a:ea typeface="Cambria" panose="02040503050406030204" pitchFamily="18" charset="0"/>
                <a:cs typeface="Calibri" panose="020F0502020204030204" pitchFamily="34" charset="0"/>
              </a:rPr>
              <a:t>It does not get exhausted even after long hours of work.</a:t>
            </a:r>
          </a:p>
          <a:p>
            <a:pPr algn="just">
              <a:spcBef>
                <a:spcPts val="600"/>
              </a:spcBef>
              <a:spcAft>
                <a:spcPts val="600"/>
              </a:spcAft>
              <a:buNone/>
            </a:pPr>
            <a:r>
              <a:rPr lang="en-IN" sz="2000" b="1" dirty="0">
                <a:latin typeface="Cambria" panose="02040503050406030204" pitchFamily="18" charset="0"/>
                <a:ea typeface="Cambria" panose="02040503050406030204" pitchFamily="18" charset="0"/>
                <a:cs typeface="Calibri" panose="020F0502020204030204" pitchFamily="34" charset="0"/>
              </a:rPr>
              <a:t>Storage Capability</a:t>
            </a:r>
          </a:p>
          <a:p>
            <a:pPr marL="342900" indent="-342900" algn="just">
              <a:buFont typeface="Wingdings" panose="05000000000000000000" pitchFamily="2" charset="2"/>
              <a:buChar char="§"/>
            </a:pPr>
            <a:r>
              <a:rPr lang="en-IN" sz="2000" dirty="0">
                <a:latin typeface="Cambria" panose="02040503050406030204" pitchFamily="18" charset="0"/>
                <a:ea typeface="Cambria" panose="02040503050406030204" pitchFamily="18" charset="0"/>
                <a:cs typeface="Calibri" panose="020F0502020204030204" pitchFamily="34" charset="0"/>
              </a:rPr>
              <a:t> A computer has huge storage capability to store the information for a long time. </a:t>
            </a:r>
          </a:p>
          <a:p>
            <a:pPr marL="342900" indent="-342900" algn="just">
              <a:buFont typeface="Wingdings" panose="05000000000000000000" pitchFamily="2" charset="2"/>
              <a:buChar char="§"/>
            </a:pPr>
            <a:r>
              <a:rPr lang="en-IN" sz="2000" dirty="0">
                <a:latin typeface="Cambria" panose="02040503050406030204" pitchFamily="18" charset="0"/>
                <a:ea typeface="Cambria" panose="02040503050406030204" pitchFamily="18" charset="0"/>
                <a:cs typeface="Calibri" panose="020F0502020204030204" pitchFamily="34" charset="0"/>
              </a:rPr>
              <a:t>It has two types of storages: primary storage and secondary storage.</a:t>
            </a:r>
          </a:p>
          <a:p>
            <a:pPr marL="342900" indent="-342900" algn="just">
              <a:buFont typeface="Wingdings" panose="05000000000000000000" pitchFamily="2" charset="2"/>
              <a:buChar char="§"/>
            </a:pPr>
            <a:r>
              <a:rPr lang="en-IN" sz="2000" i="1" dirty="0">
                <a:latin typeface="Cambria" panose="02040503050406030204" pitchFamily="18" charset="0"/>
                <a:ea typeface="Cambria" panose="02040503050406030204" pitchFamily="18" charset="0"/>
                <a:cs typeface="Calibri" panose="020F0502020204030204" pitchFamily="34" charset="0"/>
              </a:rPr>
              <a:t>Primary storage </a:t>
            </a:r>
            <a:r>
              <a:rPr lang="en-IN" sz="2000" dirty="0">
                <a:latin typeface="Cambria" panose="02040503050406030204" pitchFamily="18" charset="0"/>
                <a:ea typeface="Cambria" panose="02040503050406030204" pitchFamily="18" charset="0"/>
                <a:cs typeface="Calibri" panose="020F0502020204030204" pitchFamily="34" charset="0"/>
              </a:rPr>
              <a:t>is the main memory of a computer that stores the data temporarily. While</a:t>
            </a:r>
            <a:r>
              <a:rPr lang="en-IN" sz="2000" i="1" dirty="0">
                <a:latin typeface="Cambria" panose="02040503050406030204" pitchFamily="18" charset="0"/>
                <a:ea typeface="Cambria" panose="02040503050406030204" pitchFamily="18" charset="0"/>
                <a:cs typeface="Calibri" panose="020F0502020204030204" pitchFamily="34" charset="0"/>
              </a:rPr>
              <a:t> secondary </a:t>
            </a:r>
            <a:r>
              <a:rPr lang="en-IN" sz="2000" dirty="0">
                <a:latin typeface="Cambria" panose="02040503050406030204" pitchFamily="18" charset="0"/>
                <a:ea typeface="Cambria" panose="02040503050406030204" pitchFamily="18" charset="0"/>
                <a:cs typeface="Calibri" panose="020F0502020204030204" pitchFamily="34" charset="0"/>
              </a:rPr>
              <a:t>storage is a permanent storage for storing data.</a:t>
            </a:r>
          </a:p>
        </p:txBody>
      </p:sp>
    </p:spTree>
    <p:extLst>
      <p:ext uri="{BB962C8B-B14F-4D97-AF65-F5344CB8AC3E}">
        <p14:creationId xmlns:p14="http://schemas.microsoft.com/office/powerpoint/2010/main" val="265617331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89"/>
        <p:cNvGrpSpPr/>
        <p:nvPr/>
      </p:nvGrpSpPr>
      <p:grpSpPr>
        <a:xfrm>
          <a:off x="0" y="0"/>
          <a:ext cx="0" cy="0"/>
          <a:chOff x="0" y="0"/>
          <a:chExt cx="0" cy="0"/>
        </a:xfrm>
      </p:grpSpPr>
      <p:sp>
        <p:nvSpPr>
          <p:cNvPr id="90" name="Google Shape;90;p17"/>
          <p:cNvSpPr txBox="1">
            <a:spLocks noGrp="1"/>
          </p:cNvSpPr>
          <p:nvPr>
            <p:ph type="ctrTitle"/>
          </p:nvPr>
        </p:nvSpPr>
        <p:spPr>
          <a:xfrm>
            <a:off x="0" y="1"/>
            <a:ext cx="5486400" cy="914400"/>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SzPts val="1400"/>
              <a:buNone/>
            </a:pPr>
            <a:r>
              <a:rPr lang="en-US" sz="2400" b="1" dirty="0">
                <a:solidFill>
                  <a:schemeClr val="dk1"/>
                </a:solidFill>
                <a:latin typeface="Times New Roman"/>
                <a:ea typeface="Times New Roman"/>
                <a:cs typeface="Times New Roman"/>
                <a:sym typeface="Times New Roman"/>
              </a:rPr>
              <a:t>Applications of Computers</a:t>
            </a:r>
            <a:endParaRPr sz="2400" b="1" dirty="0">
              <a:solidFill>
                <a:schemeClr val="dk1"/>
              </a:solidFill>
              <a:latin typeface="Times New Roman"/>
              <a:ea typeface="Times New Roman"/>
              <a:cs typeface="Times New Roman"/>
              <a:sym typeface="Times New Roman"/>
            </a:endParaRPr>
          </a:p>
        </p:txBody>
      </p:sp>
      <p:sp>
        <p:nvSpPr>
          <p:cNvPr id="91" name="Google Shape;91;p17"/>
          <p:cNvSpPr txBox="1">
            <a:spLocks noGrp="1"/>
          </p:cNvSpPr>
          <p:nvPr>
            <p:ph type="subTitle" idx="1"/>
          </p:nvPr>
        </p:nvSpPr>
        <p:spPr>
          <a:xfrm>
            <a:off x="533400" y="1371600"/>
            <a:ext cx="8153400" cy="4724400"/>
          </a:xfrm>
          <a:prstGeom prst="rect">
            <a:avLst/>
          </a:prstGeom>
          <a:noFill/>
          <a:ln>
            <a:noFill/>
          </a:ln>
        </p:spPr>
        <p:txBody>
          <a:bodyPr spcFirstLastPara="1" wrap="square" lIns="91425" tIns="45700" rIns="91425" bIns="45700" anchor="t" anchorCtr="0">
            <a:noAutofit/>
          </a:bodyPr>
          <a:lstStyle/>
          <a:p>
            <a:pPr marL="457200" lvl="0" indent="-431800" algn="l" rtl="0">
              <a:lnSpc>
                <a:spcPct val="100000"/>
              </a:lnSpc>
              <a:spcBef>
                <a:spcPts val="640"/>
              </a:spcBef>
              <a:spcAft>
                <a:spcPts val="0"/>
              </a:spcAft>
              <a:buSzPts val="3200"/>
              <a:buNone/>
            </a:pPr>
            <a:r>
              <a:rPr lang="en-US" sz="2000" b="1" dirty="0">
                <a:solidFill>
                  <a:schemeClr val="dk1"/>
                </a:solidFill>
                <a:latin typeface="Times New Roman"/>
                <a:ea typeface="Times New Roman"/>
                <a:cs typeface="Times New Roman"/>
                <a:sym typeface="Times New Roman"/>
              </a:rPr>
              <a:t>1. Communication</a:t>
            </a:r>
            <a:endParaRPr dirty="0"/>
          </a:p>
          <a:p>
            <a:pPr marL="914400" lvl="0" indent="-431800" algn="l" rtl="0">
              <a:lnSpc>
                <a:spcPct val="100000"/>
              </a:lnSpc>
              <a:spcBef>
                <a:spcPts val="640"/>
              </a:spcBef>
              <a:spcAft>
                <a:spcPts val="0"/>
              </a:spcAft>
              <a:buSzPts val="3200"/>
              <a:buNone/>
            </a:pPr>
            <a:r>
              <a:rPr lang="en-US" sz="2000" b="1" dirty="0">
                <a:solidFill>
                  <a:schemeClr val="dk1"/>
                </a:solidFill>
                <a:latin typeface="Times New Roman"/>
                <a:ea typeface="Times New Roman"/>
                <a:cs typeface="Times New Roman"/>
                <a:sym typeface="Times New Roman"/>
              </a:rPr>
              <a:t>Email &amp; Messaging:</a:t>
            </a:r>
            <a:r>
              <a:rPr lang="en-US" sz="2000" dirty="0">
                <a:solidFill>
                  <a:schemeClr val="dk1"/>
                </a:solidFill>
                <a:latin typeface="Times New Roman"/>
                <a:ea typeface="Times New Roman"/>
                <a:cs typeface="Times New Roman"/>
                <a:sym typeface="Times New Roman"/>
              </a:rPr>
              <a:t> Gmail, Outlook, WhatsApp, Slack.</a:t>
            </a:r>
            <a:endParaRPr dirty="0"/>
          </a:p>
          <a:p>
            <a:pPr marL="914400" lvl="0" indent="-431800" algn="l" rtl="0">
              <a:lnSpc>
                <a:spcPct val="100000"/>
              </a:lnSpc>
              <a:spcBef>
                <a:spcPts val="640"/>
              </a:spcBef>
              <a:spcAft>
                <a:spcPts val="0"/>
              </a:spcAft>
              <a:buSzPts val="3200"/>
              <a:buNone/>
            </a:pPr>
            <a:r>
              <a:rPr lang="en-US" sz="2000" b="1" dirty="0">
                <a:solidFill>
                  <a:schemeClr val="dk1"/>
                </a:solidFill>
                <a:latin typeface="Times New Roman"/>
                <a:ea typeface="Times New Roman"/>
                <a:cs typeface="Times New Roman"/>
                <a:sym typeface="Times New Roman"/>
              </a:rPr>
              <a:t>Video Conferencing:</a:t>
            </a:r>
            <a:r>
              <a:rPr lang="en-US" sz="2000" dirty="0">
                <a:solidFill>
                  <a:schemeClr val="dk1"/>
                </a:solidFill>
                <a:latin typeface="Times New Roman"/>
                <a:ea typeface="Times New Roman"/>
                <a:cs typeface="Times New Roman"/>
                <a:sym typeface="Times New Roman"/>
              </a:rPr>
              <a:t> Zoom, Google Meet, Microsoft Teams.</a:t>
            </a:r>
            <a:endParaRPr dirty="0"/>
          </a:p>
          <a:p>
            <a:pPr marL="914400" lvl="0" indent="-431800" algn="l" rtl="0">
              <a:lnSpc>
                <a:spcPct val="100000"/>
              </a:lnSpc>
              <a:spcBef>
                <a:spcPts val="640"/>
              </a:spcBef>
              <a:spcAft>
                <a:spcPts val="0"/>
              </a:spcAft>
              <a:buSzPts val="3200"/>
              <a:buNone/>
            </a:pPr>
            <a:r>
              <a:rPr lang="en-US" sz="2000" b="1" dirty="0">
                <a:solidFill>
                  <a:schemeClr val="dk1"/>
                </a:solidFill>
                <a:latin typeface="Times New Roman"/>
                <a:ea typeface="Times New Roman"/>
                <a:cs typeface="Times New Roman"/>
                <a:sym typeface="Times New Roman"/>
              </a:rPr>
              <a:t>Social Media:</a:t>
            </a:r>
            <a:r>
              <a:rPr lang="en-US" sz="2000" dirty="0">
                <a:solidFill>
                  <a:schemeClr val="dk1"/>
                </a:solidFill>
                <a:latin typeface="Times New Roman"/>
                <a:ea typeface="Times New Roman"/>
                <a:cs typeface="Times New Roman"/>
                <a:sym typeface="Times New Roman"/>
              </a:rPr>
              <a:t> Facebook, Instagram, X (Twitter), LinkedIn.</a:t>
            </a:r>
            <a:endParaRPr dirty="0"/>
          </a:p>
          <a:p>
            <a:pPr marL="457200" lvl="0" indent="-431800" algn="l" rtl="0">
              <a:lnSpc>
                <a:spcPct val="100000"/>
              </a:lnSpc>
              <a:spcBef>
                <a:spcPts val="640"/>
              </a:spcBef>
              <a:spcAft>
                <a:spcPts val="0"/>
              </a:spcAft>
              <a:buSzPts val="3200"/>
              <a:buNone/>
            </a:pPr>
            <a:endParaRPr sz="2000" dirty="0">
              <a:solidFill>
                <a:schemeClr val="dk1"/>
              </a:solidFill>
              <a:latin typeface="Times New Roman"/>
              <a:ea typeface="Times New Roman"/>
              <a:cs typeface="Times New Roman"/>
              <a:sym typeface="Times New Roman"/>
            </a:endParaRPr>
          </a:p>
          <a:p>
            <a:pPr marL="457200" lvl="0" indent="-431800" algn="l" rtl="0">
              <a:lnSpc>
                <a:spcPct val="100000"/>
              </a:lnSpc>
              <a:spcBef>
                <a:spcPts val="640"/>
              </a:spcBef>
              <a:spcAft>
                <a:spcPts val="0"/>
              </a:spcAft>
              <a:buSzPts val="3200"/>
              <a:buNone/>
            </a:pPr>
            <a:r>
              <a:rPr lang="en-US" sz="2000" b="1" dirty="0">
                <a:solidFill>
                  <a:schemeClr val="dk1"/>
                </a:solidFill>
                <a:latin typeface="Times New Roman"/>
                <a:ea typeface="Times New Roman"/>
                <a:cs typeface="Times New Roman"/>
                <a:sym typeface="Times New Roman"/>
              </a:rPr>
              <a:t>2. Education &amp; Learning</a:t>
            </a:r>
            <a:endParaRPr dirty="0"/>
          </a:p>
          <a:p>
            <a:pPr marL="914400" lvl="0" indent="-431800" algn="l" rtl="0">
              <a:lnSpc>
                <a:spcPct val="100000"/>
              </a:lnSpc>
              <a:spcBef>
                <a:spcPts val="640"/>
              </a:spcBef>
              <a:spcAft>
                <a:spcPts val="0"/>
              </a:spcAft>
              <a:buSzPts val="3200"/>
              <a:buNone/>
            </a:pPr>
            <a:r>
              <a:rPr lang="en-US" sz="2000" b="1" dirty="0">
                <a:solidFill>
                  <a:schemeClr val="dk1"/>
                </a:solidFill>
                <a:latin typeface="Times New Roman"/>
                <a:ea typeface="Times New Roman"/>
                <a:cs typeface="Times New Roman"/>
                <a:sym typeface="Times New Roman"/>
              </a:rPr>
              <a:t>Online Classes &amp; E-Learning Platforms:</a:t>
            </a:r>
            <a:r>
              <a:rPr lang="en-US" sz="2000" dirty="0">
                <a:solidFill>
                  <a:schemeClr val="dk1"/>
                </a:solidFill>
                <a:latin typeface="Times New Roman"/>
                <a:ea typeface="Times New Roman"/>
                <a:cs typeface="Times New Roman"/>
                <a:sym typeface="Times New Roman"/>
              </a:rPr>
              <a:t> Coursera, Udemy, Swayam-NPTEL.</a:t>
            </a:r>
            <a:endParaRPr dirty="0"/>
          </a:p>
          <a:p>
            <a:pPr marL="914400" lvl="0" indent="-431800" algn="l" rtl="0">
              <a:lnSpc>
                <a:spcPct val="100000"/>
              </a:lnSpc>
              <a:spcBef>
                <a:spcPts val="640"/>
              </a:spcBef>
              <a:spcAft>
                <a:spcPts val="0"/>
              </a:spcAft>
              <a:buSzPts val="3200"/>
              <a:buNone/>
            </a:pPr>
            <a:r>
              <a:rPr lang="en-US" sz="2000" b="1" dirty="0">
                <a:solidFill>
                  <a:schemeClr val="dk1"/>
                </a:solidFill>
                <a:latin typeface="Times New Roman"/>
                <a:ea typeface="Times New Roman"/>
                <a:cs typeface="Times New Roman"/>
                <a:sym typeface="Times New Roman"/>
              </a:rPr>
              <a:t>Research &amp; Study: </a:t>
            </a:r>
            <a:r>
              <a:rPr lang="en-US" sz="2000" dirty="0">
                <a:solidFill>
                  <a:schemeClr val="dk1"/>
                </a:solidFill>
                <a:latin typeface="Times New Roman"/>
                <a:ea typeface="Times New Roman"/>
                <a:cs typeface="Times New Roman"/>
                <a:sym typeface="Times New Roman"/>
              </a:rPr>
              <a:t>Google Scholar, Wikipedia, digital libraries, IEEE </a:t>
            </a:r>
            <a:r>
              <a:rPr lang="en-US" sz="2000" dirty="0" err="1">
                <a:solidFill>
                  <a:schemeClr val="dk1"/>
                </a:solidFill>
                <a:latin typeface="Times New Roman"/>
                <a:ea typeface="Times New Roman"/>
                <a:cs typeface="Times New Roman"/>
                <a:sym typeface="Times New Roman"/>
              </a:rPr>
              <a:t>expolre</a:t>
            </a:r>
            <a:endParaRPr dirty="0"/>
          </a:p>
          <a:p>
            <a:pPr marL="914400" lvl="0" indent="-431800" algn="l" rtl="0">
              <a:lnSpc>
                <a:spcPct val="100000"/>
              </a:lnSpc>
              <a:spcBef>
                <a:spcPts val="640"/>
              </a:spcBef>
              <a:spcAft>
                <a:spcPts val="0"/>
              </a:spcAft>
              <a:buSzPts val="3200"/>
              <a:buNone/>
            </a:pPr>
            <a:r>
              <a:rPr lang="en-US" sz="2000" b="1" dirty="0">
                <a:solidFill>
                  <a:schemeClr val="dk1"/>
                </a:solidFill>
                <a:latin typeface="Times New Roman"/>
                <a:ea typeface="Times New Roman"/>
                <a:cs typeface="Times New Roman"/>
                <a:sym typeface="Times New Roman"/>
              </a:rPr>
              <a:t>Interactive Learning Tools: </a:t>
            </a:r>
            <a:r>
              <a:rPr lang="en-US" sz="2000" dirty="0">
                <a:solidFill>
                  <a:schemeClr val="dk1"/>
                </a:solidFill>
                <a:latin typeface="Times New Roman"/>
                <a:ea typeface="Times New Roman"/>
                <a:cs typeface="Times New Roman"/>
                <a:sym typeface="Times New Roman"/>
              </a:rPr>
              <a:t>Simulations, virtual labs, and educational games.</a:t>
            </a:r>
            <a:endParaRPr dirty="0"/>
          </a:p>
          <a:p>
            <a:pPr marL="457200" lvl="0" indent="-431800" algn="l" rtl="0">
              <a:lnSpc>
                <a:spcPct val="100000"/>
              </a:lnSpc>
              <a:spcBef>
                <a:spcPts val="640"/>
              </a:spcBef>
              <a:spcAft>
                <a:spcPts val="0"/>
              </a:spcAft>
              <a:buSzPts val="3200"/>
              <a:buNone/>
            </a:pPr>
            <a:endParaRPr sz="2000" dirty="0">
              <a:solidFill>
                <a:schemeClr val="dk1"/>
              </a:solidFill>
              <a:latin typeface="Times New Roman"/>
              <a:ea typeface="Times New Roman"/>
              <a:cs typeface="Times New Roman"/>
              <a:sym typeface="Times New Roman"/>
            </a:endParaRPr>
          </a:p>
          <a:p>
            <a:pPr marL="457200" lvl="0" indent="-431800" algn="l" rtl="0">
              <a:lnSpc>
                <a:spcPct val="100000"/>
              </a:lnSpc>
              <a:spcBef>
                <a:spcPts val="640"/>
              </a:spcBef>
              <a:spcAft>
                <a:spcPts val="0"/>
              </a:spcAft>
              <a:buSzPts val="3200"/>
              <a:buNone/>
            </a:pPr>
            <a:endParaRPr sz="2000" dirty="0">
              <a:solidFill>
                <a:schemeClr val="dk1"/>
              </a:solidFill>
              <a:latin typeface="Times New Roman"/>
              <a:ea typeface="Times New Roman"/>
              <a:cs typeface="Times New Roman"/>
              <a:sym typeface="Times New Roman"/>
            </a:endParaRPr>
          </a:p>
          <a:p>
            <a:pPr marL="457200" lvl="0" indent="-431800" algn="l" rtl="0">
              <a:lnSpc>
                <a:spcPct val="100000"/>
              </a:lnSpc>
              <a:spcBef>
                <a:spcPts val="640"/>
              </a:spcBef>
              <a:spcAft>
                <a:spcPts val="0"/>
              </a:spcAft>
              <a:buSzPts val="3200"/>
              <a:buNone/>
            </a:pPr>
            <a:endParaRPr sz="2000" dirty="0">
              <a:solidFill>
                <a:schemeClr val="dk1"/>
              </a:solidFill>
              <a:latin typeface="Times New Roman"/>
              <a:ea typeface="Times New Roman"/>
              <a:cs typeface="Times New Roman"/>
              <a:sym typeface="Times New Roman"/>
            </a:endParaRPr>
          </a:p>
          <a:p>
            <a:pPr marL="457200" lvl="0" indent="-431800" algn="ctr" rtl="0">
              <a:lnSpc>
                <a:spcPct val="100000"/>
              </a:lnSpc>
              <a:spcBef>
                <a:spcPts val="640"/>
              </a:spcBef>
              <a:spcAft>
                <a:spcPts val="0"/>
              </a:spcAft>
              <a:buClr>
                <a:srgbClr val="888888"/>
              </a:buClr>
              <a:buSzPts val="3200"/>
              <a:buNone/>
            </a:pPr>
            <a:endParaRPr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91">
                                            <p:txEl>
                                              <p:pRg st="0" end="0"/>
                                            </p:txEl>
                                          </p:spTgt>
                                        </p:tgtEl>
                                        <p:attrNameLst>
                                          <p:attrName>style.visibility</p:attrName>
                                        </p:attrNameLst>
                                      </p:cBhvr>
                                      <p:to>
                                        <p:strVal val="visible"/>
                                      </p:to>
                                    </p:set>
                                    <p:anim calcmode="lin" valueType="num">
                                      <p:cBhvr additive="base">
                                        <p:cTn id="7" dur="500" fill="hold"/>
                                        <p:tgtEl>
                                          <p:spTgt spid="91">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91">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91">
                                            <p:txEl>
                                              <p:pRg st="1" end="1"/>
                                            </p:txEl>
                                          </p:spTgt>
                                        </p:tgtEl>
                                        <p:attrNameLst>
                                          <p:attrName>style.visibility</p:attrName>
                                        </p:attrNameLst>
                                      </p:cBhvr>
                                      <p:to>
                                        <p:strVal val="visible"/>
                                      </p:to>
                                    </p:set>
                                    <p:anim calcmode="lin" valueType="num">
                                      <p:cBhvr additive="base">
                                        <p:cTn id="13" dur="500" fill="hold"/>
                                        <p:tgtEl>
                                          <p:spTgt spid="91">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91">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91">
                                            <p:txEl>
                                              <p:pRg st="2" end="2"/>
                                            </p:txEl>
                                          </p:spTgt>
                                        </p:tgtEl>
                                        <p:attrNameLst>
                                          <p:attrName>style.visibility</p:attrName>
                                        </p:attrNameLst>
                                      </p:cBhvr>
                                      <p:to>
                                        <p:strVal val="visible"/>
                                      </p:to>
                                    </p:set>
                                    <p:anim calcmode="lin" valueType="num">
                                      <p:cBhvr additive="base">
                                        <p:cTn id="19" dur="500" fill="hold"/>
                                        <p:tgtEl>
                                          <p:spTgt spid="91">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91">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91">
                                            <p:txEl>
                                              <p:pRg st="3" end="3"/>
                                            </p:txEl>
                                          </p:spTgt>
                                        </p:tgtEl>
                                        <p:attrNameLst>
                                          <p:attrName>style.visibility</p:attrName>
                                        </p:attrNameLst>
                                      </p:cBhvr>
                                      <p:to>
                                        <p:strVal val="visible"/>
                                      </p:to>
                                    </p:set>
                                    <p:anim calcmode="lin" valueType="num">
                                      <p:cBhvr additive="base">
                                        <p:cTn id="25" dur="500" fill="hold"/>
                                        <p:tgtEl>
                                          <p:spTgt spid="91">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91">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91">
                                            <p:txEl>
                                              <p:pRg st="5" end="5"/>
                                            </p:txEl>
                                          </p:spTgt>
                                        </p:tgtEl>
                                        <p:attrNameLst>
                                          <p:attrName>style.visibility</p:attrName>
                                        </p:attrNameLst>
                                      </p:cBhvr>
                                      <p:to>
                                        <p:strVal val="visible"/>
                                      </p:to>
                                    </p:set>
                                    <p:anim calcmode="lin" valueType="num">
                                      <p:cBhvr additive="base">
                                        <p:cTn id="31" dur="500" fill="hold"/>
                                        <p:tgtEl>
                                          <p:spTgt spid="91">
                                            <p:txEl>
                                              <p:pRg st="5" end="5"/>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91">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91">
                                            <p:txEl>
                                              <p:pRg st="6" end="6"/>
                                            </p:txEl>
                                          </p:spTgt>
                                        </p:tgtEl>
                                        <p:attrNameLst>
                                          <p:attrName>style.visibility</p:attrName>
                                        </p:attrNameLst>
                                      </p:cBhvr>
                                      <p:to>
                                        <p:strVal val="visible"/>
                                      </p:to>
                                    </p:set>
                                    <p:anim calcmode="lin" valueType="num">
                                      <p:cBhvr additive="base">
                                        <p:cTn id="37" dur="500" fill="hold"/>
                                        <p:tgtEl>
                                          <p:spTgt spid="91">
                                            <p:txEl>
                                              <p:pRg st="6" end="6"/>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91">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grpId="0" nodeType="clickEffect">
                                  <p:stCondLst>
                                    <p:cond delay="0"/>
                                  </p:stCondLst>
                                  <p:childTnLst>
                                    <p:set>
                                      <p:cBhvr>
                                        <p:cTn id="42" dur="1" fill="hold">
                                          <p:stCondLst>
                                            <p:cond delay="0"/>
                                          </p:stCondLst>
                                        </p:cTn>
                                        <p:tgtEl>
                                          <p:spTgt spid="91">
                                            <p:txEl>
                                              <p:pRg st="7" end="7"/>
                                            </p:txEl>
                                          </p:spTgt>
                                        </p:tgtEl>
                                        <p:attrNameLst>
                                          <p:attrName>style.visibility</p:attrName>
                                        </p:attrNameLst>
                                      </p:cBhvr>
                                      <p:to>
                                        <p:strVal val="visible"/>
                                      </p:to>
                                    </p:set>
                                    <p:anim calcmode="lin" valueType="num">
                                      <p:cBhvr additive="base">
                                        <p:cTn id="43" dur="500" fill="hold"/>
                                        <p:tgtEl>
                                          <p:spTgt spid="91">
                                            <p:txEl>
                                              <p:pRg st="7" end="7"/>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91">
                                            <p:txEl>
                                              <p:pRg st="7" end="7"/>
                                            </p:txEl>
                                          </p:spTgt>
                                        </p:tgtEl>
                                        <p:attrNameLst>
                                          <p:attrName>ppt_y</p:attrName>
                                        </p:attrNameLst>
                                      </p:cBhvr>
                                      <p:tavLst>
                                        <p:tav tm="0">
                                          <p:val>
                                            <p:strVal val="1+#ppt_h/2"/>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4" fill="hold" grpId="0" nodeType="clickEffect">
                                  <p:stCondLst>
                                    <p:cond delay="0"/>
                                  </p:stCondLst>
                                  <p:childTnLst>
                                    <p:set>
                                      <p:cBhvr>
                                        <p:cTn id="48" dur="1" fill="hold">
                                          <p:stCondLst>
                                            <p:cond delay="0"/>
                                          </p:stCondLst>
                                        </p:cTn>
                                        <p:tgtEl>
                                          <p:spTgt spid="91">
                                            <p:txEl>
                                              <p:pRg st="8" end="8"/>
                                            </p:txEl>
                                          </p:spTgt>
                                        </p:tgtEl>
                                        <p:attrNameLst>
                                          <p:attrName>style.visibility</p:attrName>
                                        </p:attrNameLst>
                                      </p:cBhvr>
                                      <p:to>
                                        <p:strVal val="visible"/>
                                      </p:to>
                                    </p:set>
                                    <p:anim calcmode="lin" valueType="num">
                                      <p:cBhvr additive="base">
                                        <p:cTn id="49" dur="500" fill="hold"/>
                                        <p:tgtEl>
                                          <p:spTgt spid="91">
                                            <p:txEl>
                                              <p:pRg st="8" end="8"/>
                                            </p:txEl>
                                          </p:spTgt>
                                        </p:tgtEl>
                                        <p:attrNameLst>
                                          <p:attrName>ppt_x</p:attrName>
                                        </p:attrNameLst>
                                      </p:cBhvr>
                                      <p:tavLst>
                                        <p:tav tm="0">
                                          <p:val>
                                            <p:strVal val="#ppt_x"/>
                                          </p:val>
                                        </p:tav>
                                        <p:tav tm="100000">
                                          <p:val>
                                            <p:strVal val="#ppt_x"/>
                                          </p:val>
                                        </p:tav>
                                      </p:tavLst>
                                    </p:anim>
                                    <p:anim calcmode="lin" valueType="num">
                                      <p:cBhvr additive="base">
                                        <p:cTn id="50" dur="500" fill="hold"/>
                                        <p:tgtEl>
                                          <p:spTgt spid="91">
                                            <p:txEl>
                                              <p:pRg st="8" end="8"/>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1" grpId="0" build="p"/>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97" name="Google Shape;97;p18"/>
          <p:cNvSpPr txBox="1">
            <a:spLocks noGrp="1"/>
          </p:cNvSpPr>
          <p:nvPr>
            <p:ph type="subTitle" idx="1"/>
          </p:nvPr>
        </p:nvSpPr>
        <p:spPr>
          <a:xfrm>
            <a:off x="533400" y="1371600"/>
            <a:ext cx="8153400" cy="4724400"/>
          </a:xfrm>
          <a:prstGeom prst="rect">
            <a:avLst/>
          </a:prstGeom>
          <a:noFill/>
          <a:ln>
            <a:noFill/>
          </a:ln>
        </p:spPr>
        <p:txBody>
          <a:bodyPr spcFirstLastPara="1" wrap="square" lIns="91425" tIns="45700" rIns="91425" bIns="45700" anchor="t" anchorCtr="0">
            <a:noAutofit/>
          </a:bodyPr>
          <a:lstStyle/>
          <a:p>
            <a:pPr marL="457200" lvl="0" indent="-431800" algn="just" rtl="0">
              <a:lnSpc>
                <a:spcPct val="100000"/>
              </a:lnSpc>
              <a:spcBef>
                <a:spcPts val="640"/>
              </a:spcBef>
              <a:spcAft>
                <a:spcPts val="0"/>
              </a:spcAft>
              <a:buSzPts val="3200"/>
              <a:buNone/>
            </a:pPr>
            <a:r>
              <a:rPr lang="en-US" sz="2000" b="1" dirty="0">
                <a:solidFill>
                  <a:schemeClr val="dk1"/>
                </a:solidFill>
                <a:latin typeface="Times New Roman"/>
                <a:ea typeface="Times New Roman"/>
                <a:cs typeface="Times New Roman"/>
                <a:sym typeface="Times New Roman"/>
              </a:rPr>
              <a:t>3. Business &amp; Work</a:t>
            </a:r>
            <a:endParaRPr dirty="0"/>
          </a:p>
          <a:p>
            <a:pPr marL="914400" lvl="0" indent="-431800" algn="just" rtl="0">
              <a:lnSpc>
                <a:spcPct val="100000"/>
              </a:lnSpc>
              <a:spcBef>
                <a:spcPts val="640"/>
              </a:spcBef>
              <a:spcAft>
                <a:spcPts val="0"/>
              </a:spcAft>
              <a:buSzPts val="3200"/>
              <a:buNone/>
            </a:pPr>
            <a:r>
              <a:rPr lang="en-US" sz="2000" b="1" dirty="0">
                <a:solidFill>
                  <a:schemeClr val="dk1"/>
                </a:solidFill>
                <a:latin typeface="Times New Roman"/>
                <a:ea typeface="Times New Roman"/>
                <a:cs typeface="Times New Roman"/>
                <a:sym typeface="Times New Roman"/>
              </a:rPr>
              <a:t>Office Productivity:</a:t>
            </a:r>
            <a:r>
              <a:rPr lang="en-US" sz="2000" dirty="0">
                <a:solidFill>
                  <a:schemeClr val="dk1"/>
                </a:solidFill>
                <a:latin typeface="Times New Roman"/>
                <a:ea typeface="Times New Roman"/>
                <a:cs typeface="Times New Roman"/>
                <a:sym typeface="Times New Roman"/>
              </a:rPr>
              <a:t> Word processors, spreadsheets, presentations.</a:t>
            </a:r>
            <a:endParaRPr dirty="0"/>
          </a:p>
          <a:p>
            <a:pPr marL="914400" lvl="0" indent="-431800" algn="just" rtl="0">
              <a:lnSpc>
                <a:spcPct val="100000"/>
              </a:lnSpc>
              <a:spcBef>
                <a:spcPts val="640"/>
              </a:spcBef>
              <a:spcAft>
                <a:spcPts val="0"/>
              </a:spcAft>
              <a:buSzPts val="3200"/>
              <a:buNone/>
            </a:pPr>
            <a:r>
              <a:rPr lang="en-US" sz="2000" b="1" dirty="0">
                <a:solidFill>
                  <a:schemeClr val="dk1"/>
                </a:solidFill>
                <a:latin typeface="Times New Roman"/>
                <a:ea typeface="Times New Roman"/>
                <a:cs typeface="Times New Roman"/>
                <a:sym typeface="Times New Roman"/>
              </a:rPr>
              <a:t>Data Management:</a:t>
            </a:r>
            <a:r>
              <a:rPr lang="en-US" sz="2000" dirty="0">
                <a:solidFill>
                  <a:schemeClr val="dk1"/>
                </a:solidFill>
                <a:latin typeface="Times New Roman"/>
                <a:ea typeface="Times New Roman"/>
                <a:cs typeface="Times New Roman"/>
                <a:sym typeface="Times New Roman"/>
              </a:rPr>
              <a:t> Databases, CRM systems (Salesforce, HubSpot).</a:t>
            </a:r>
            <a:endParaRPr dirty="0"/>
          </a:p>
          <a:p>
            <a:pPr marL="914400" lvl="0" indent="-431800" algn="just" rtl="0">
              <a:lnSpc>
                <a:spcPct val="100000"/>
              </a:lnSpc>
              <a:spcBef>
                <a:spcPts val="640"/>
              </a:spcBef>
              <a:spcAft>
                <a:spcPts val="0"/>
              </a:spcAft>
              <a:buSzPts val="3200"/>
              <a:buNone/>
            </a:pPr>
            <a:r>
              <a:rPr lang="en-US" sz="2000" b="1" dirty="0">
                <a:solidFill>
                  <a:schemeClr val="dk1"/>
                </a:solidFill>
                <a:latin typeface="Times New Roman"/>
                <a:ea typeface="Times New Roman"/>
                <a:cs typeface="Times New Roman"/>
                <a:sym typeface="Times New Roman"/>
              </a:rPr>
              <a:t>Automation:</a:t>
            </a:r>
            <a:r>
              <a:rPr lang="en-US" sz="2000" dirty="0">
                <a:solidFill>
                  <a:schemeClr val="dk1"/>
                </a:solidFill>
                <a:latin typeface="Times New Roman"/>
                <a:ea typeface="Times New Roman"/>
                <a:cs typeface="Times New Roman"/>
                <a:sym typeface="Times New Roman"/>
              </a:rPr>
              <a:t> Payroll systems, inventory control, AI chatbots.</a:t>
            </a:r>
            <a:endParaRPr dirty="0"/>
          </a:p>
          <a:p>
            <a:pPr marL="457200" lvl="0" indent="-431800" algn="just" rtl="0">
              <a:lnSpc>
                <a:spcPct val="100000"/>
              </a:lnSpc>
              <a:spcBef>
                <a:spcPts val="640"/>
              </a:spcBef>
              <a:spcAft>
                <a:spcPts val="0"/>
              </a:spcAft>
              <a:buSzPts val="3200"/>
              <a:buNone/>
            </a:pPr>
            <a:r>
              <a:rPr lang="en-US" sz="2000" b="1" dirty="0">
                <a:solidFill>
                  <a:schemeClr val="dk1"/>
                </a:solidFill>
                <a:latin typeface="Times New Roman"/>
                <a:ea typeface="Times New Roman"/>
                <a:cs typeface="Times New Roman"/>
                <a:sym typeface="Times New Roman"/>
              </a:rPr>
              <a:t>4. Banking &amp; Finance</a:t>
            </a:r>
            <a:endParaRPr dirty="0"/>
          </a:p>
          <a:p>
            <a:pPr marL="914400" lvl="0" indent="-431800" algn="just" rtl="0">
              <a:lnSpc>
                <a:spcPct val="100000"/>
              </a:lnSpc>
              <a:spcBef>
                <a:spcPts val="640"/>
              </a:spcBef>
              <a:spcAft>
                <a:spcPts val="0"/>
              </a:spcAft>
              <a:buSzPts val="3200"/>
              <a:buNone/>
            </a:pPr>
            <a:r>
              <a:rPr lang="en-US" sz="2000" b="1" dirty="0">
                <a:solidFill>
                  <a:schemeClr val="dk1"/>
                </a:solidFill>
                <a:latin typeface="Times New Roman"/>
                <a:ea typeface="Times New Roman"/>
                <a:cs typeface="Times New Roman"/>
                <a:sym typeface="Times New Roman"/>
              </a:rPr>
              <a:t>Online Banking:</a:t>
            </a:r>
            <a:r>
              <a:rPr lang="en-US" sz="2000" dirty="0">
                <a:solidFill>
                  <a:schemeClr val="dk1"/>
                </a:solidFill>
                <a:latin typeface="Times New Roman"/>
                <a:ea typeface="Times New Roman"/>
                <a:cs typeface="Times New Roman"/>
                <a:sym typeface="Times New Roman"/>
              </a:rPr>
              <a:t> Checking balances, transferring money, paying bills.</a:t>
            </a:r>
            <a:endParaRPr dirty="0"/>
          </a:p>
          <a:p>
            <a:pPr marL="914400" lvl="0" indent="-431800" algn="just" rtl="0">
              <a:lnSpc>
                <a:spcPct val="100000"/>
              </a:lnSpc>
              <a:spcBef>
                <a:spcPts val="640"/>
              </a:spcBef>
              <a:spcAft>
                <a:spcPts val="0"/>
              </a:spcAft>
              <a:buSzPts val="3200"/>
              <a:buNone/>
            </a:pPr>
            <a:r>
              <a:rPr lang="en-US" sz="2000" b="1" dirty="0">
                <a:solidFill>
                  <a:schemeClr val="dk1"/>
                </a:solidFill>
                <a:latin typeface="Times New Roman"/>
                <a:ea typeface="Times New Roman"/>
                <a:cs typeface="Times New Roman"/>
                <a:sym typeface="Times New Roman"/>
              </a:rPr>
              <a:t>Digital Payments:</a:t>
            </a:r>
            <a:r>
              <a:rPr lang="en-US" sz="2000" dirty="0">
                <a:solidFill>
                  <a:schemeClr val="dk1"/>
                </a:solidFill>
                <a:latin typeface="Times New Roman"/>
                <a:ea typeface="Times New Roman"/>
                <a:cs typeface="Times New Roman"/>
                <a:sym typeface="Times New Roman"/>
              </a:rPr>
              <a:t> PayPal, Google Pay, Apple Pay.</a:t>
            </a:r>
            <a:endParaRPr dirty="0"/>
          </a:p>
          <a:p>
            <a:pPr marL="914400" lvl="0" indent="-431800" algn="just" rtl="0">
              <a:lnSpc>
                <a:spcPct val="100000"/>
              </a:lnSpc>
              <a:spcBef>
                <a:spcPts val="640"/>
              </a:spcBef>
              <a:spcAft>
                <a:spcPts val="0"/>
              </a:spcAft>
              <a:buSzPts val="3200"/>
              <a:buNone/>
            </a:pPr>
            <a:r>
              <a:rPr lang="en-US" sz="2000" b="1" dirty="0">
                <a:solidFill>
                  <a:schemeClr val="dk1"/>
                </a:solidFill>
                <a:latin typeface="Times New Roman"/>
                <a:ea typeface="Times New Roman"/>
                <a:cs typeface="Times New Roman"/>
                <a:sym typeface="Times New Roman"/>
              </a:rPr>
              <a:t>Stock Trading:</a:t>
            </a:r>
            <a:r>
              <a:rPr lang="en-US" sz="2000" dirty="0">
                <a:solidFill>
                  <a:schemeClr val="dk1"/>
                </a:solidFill>
                <a:latin typeface="Times New Roman"/>
                <a:ea typeface="Times New Roman"/>
                <a:cs typeface="Times New Roman"/>
                <a:sym typeface="Times New Roman"/>
              </a:rPr>
              <a:t> Platforms like Robinhood, E-TRADE.</a:t>
            </a:r>
            <a:endParaRPr dirty="0"/>
          </a:p>
          <a:p>
            <a:pPr marL="457200" lvl="0" indent="-431800" algn="l" rtl="0">
              <a:lnSpc>
                <a:spcPct val="100000"/>
              </a:lnSpc>
              <a:spcBef>
                <a:spcPts val="640"/>
              </a:spcBef>
              <a:spcAft>
                <a:spcPts val="0"/>
              </a:spcAft>
              <a:buSzPts val="3200"/>
              <a:buNone/>
            </a:pPr>
            <a:r>
              <a:rPr lang="en-US" sz="2000" b="1" dirty="0">
                <a:solidFill>
                  <a:schemeClr val="dk1"/>
                </a:solidFill>
                <a:latin typeface="Times New Roman"/>
                <a:ea typeface="Times New Roman"/>
                <a:cs typeface="Times New Roman"/>
                <a:sym typeface="Times New Roman"/>
              </a:rPr>
              <a:t>5. Healthcare</a:t>
            </a:r>
            <a:endParaRPr dirty="0"/>
          </a:p>
          <a:p>
            <a:pPr marL="914400" lvl="0" indent="-431800" algn="l" rtl="0">
              <a:lnSpc>
                <a:spcPct val="100000"/>
              </a:lnSpc>
              <a:spcBef>
                <a:spcPts val="640"/>
              </a:spcBef>
              <a:spcAft>
                <a:spcPts val="0"/>
              </a:spcAft>
              <a:buSzPts val="3200"/>
              <a:buNone/>
            </a:pPr>
            <a:r>
              <a:rPr lang="en-US" sz="2000" b="1" dirty="0">
                <a:solidFill>
                  <a:schemeClr val="dk1"/>
                </a:solidFill>
                <a:latin typeface="Times New Roman"/>
                <a:ea typeface="Times New Roman"/>
                <a:cs typeface="Times New Roman"/>
                <a:sym typeface="Times New Roman"/>
              </a:rPr>
              <a:t>Medical Records Management:</a:t>
            </a:r>
            <a:r>
              <a:rPr lang="en-US" sz="2000" dirty="0">
                <a:solidFill>
                  <a:schemeClr val="dk1"/>
                </a:solidFill>
                <a:latin typeface="Times New Roman"/>
                <a:ea typeface="Times New Roman"/>
                <a:cs typeface="Times New Roman"/>
                <a:sym typeface="Times New Roman"/>
              </a:rPr>
              <a:t> Electronic Health Records (EHR).</a:t>
            </a:r>
            <a:endParaRPr dirty="0"/>
          </a:p>
          <a:p>
            <a:pPr marL="914400" lvl="0" indent="-431800" algn="l" rtl="0">
              <a:lnSpc>
                <a:spcPct val="100000"/>
              </a:lnSpc>
              <a:spcBef>
                <a:spcPts val="640"/>
              </a:spcBef>
              <a:spcAft>
                <a:spcPts val="0"/>
              </a:spcAft>
              <a:buSzPts val="3200"/>
              <a:buNone/>
            </a:pPr>
            <a:r>
              <a:rPr lang="en-US" sz="2000" b="1" dirty="0">
                <a:solidFill>
                  <a:schemeClr val="dk1"/>
                </a:solidFill>
                <a:latin typeface="Times New Roman"/>
                <a:ea typeface="Times New Roman"/>
                <a:cs typeface="Times New Roman"/>
                <a:sym typeface="Times New Roman"/>
              </a:rPr>
              <a:t>Diagnostics &amp; Imaging:</a:t>
            </a:r>
            <a:r>
              <a:rPr lang="en-US" sz="2000" dirty="0">
                <a:solidFill>
                  <a:schemeClr val="dk1"/>
                </a:solidFill>
                <a:latin typeface="Times New Roman"/>
                <a:ea typeface="Times New Roman"/>
                <a:cs typeface="Times New Roman"/>
                <a:sym typeface="Times New Roman"/>
              </a:rPr>
              <a:t> MRI, CT scans, X-rays.</a:t>
            </a:r>
            <a:endParaRPr dirty="0"/>
          </a:p>
          <a:p>
            <a:pPr marL="914400" lvl="0" indent="-431800" algn="just" rtl="0">
              <a:lnSpc>
                <a:spcPct val="100000"/>
              </a:lnSpc>
              <a:spcBef>
                <a:spcPts val="640"/>
              </a:spcBef>
              <a:spcAft>
                <a:spcPts val="0"/>
              </a:spcAft>
              <a:buSzPts val="3200"/>
              <a:buNone/>
            </a:pPr>
            <a:r>
              <a:rPr lang="en-US" sz="2000" b="1" dirty="0">
                <a:solidFill>
                  <a:schemeClr val="dk1"/>
                </a:solidFill>
                <a:latin typeface="Times New Roman"/>
                <a:ea typeface="Times New Roman"/>
                <a:cs typeface="Times New Roman"/>
                <a:sym typeface="Times New Roman"/>
              </a:rPr>
              <a:t>Telemedicine:</a:t>
            </a:r>
            <a:r>
              <a:rPr lang="en-US" sz="2000" dirty="0">
                <a:solidFill>
                  <a:schemeClr val="dk1"/>
                </a:solidFill>
                <a:latin typeface="Times New Roman"/>
                <a:ea typeface="Times New Roman"/>
                <a:cs typeface="Times New Roman"/>
                <a:sym typeface="Times New Roman"/>
              </a:rPr>
              <a:t> Online doctor consultations and health monitoring devices.</a:t>
            </a:r>
            <a:endParaRPr sz="2000" dirty="0">
              <a:solidFill>
                <a:schemeClr val="dk1"/>
              </a:solidFill>
              <a:latin typeface="Times New Roman"/>
              <a:ea typeface="Times New Roman"/>
              <a:cs typeface="Times New Roman"/>
              <a:sym typeface="Times New Roman"/>
            </a:endParaRPr>
          </a:p>
        </p:txBody>
      </p:sp>
      <p:sp>
        <p:nvSpPr>
          <p:cNvPr id="3" name="TextBox 2">
            <a:extLst>
              <a:ext uri="{FF2B5EF4-FFF2-40B4-BE49-F238E27FC236}">
                <a16:creationId xmlns:a16="http://schemas.microsoft.com/office/drawing/2014/main" id="{2D7F371A-8527-4037-673C-DAD2A81CC739}"/>
              </a:ext>
            </a:extLst>
          </p:cNvPr>
          <p:cNvSpPr txBox="1"/>
          <p:nvPr/>
        </p:nvSpPr>
        <p:spPr>
          <a:xfrm>
            <a:off x="416104" y="267353"/>
            <a:ext cx="4572000" cy="400110"/>
          </a:xfrm>
          <a:prstGeom prst="rect">
            <a:avLst/>
          </a:prstGeom>
          <a:noFill/>
        </p:spPr>
        <p:txBody>
          <a:bodyPr wrap="square">
            <a:spAutoFit/>
          </a:bodyPr>
          <a:lstStyle/>
          <a:p>
            <a:r>
              <a:rPr lang="en-US" sz="2000" b="1" dirty="0">
                <a:solidFill>
                  <a:schemeClr val="dk1"/>
                </a:solidFill>
                <a:latin typeface="Times New Roman"/>
                <a:ea typeface="Times New Roman"/>
                <a:cs typeface="Times New Roman"/>
                <a:sym typeface="Times New Roman"/>
              </a:rPr>
              <a:t>Applications of Computers</a:t>
            </a:r>
            <a:endParaRPr lang="en-IN" sz="20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97">
                                            <p:txEl>
                                              <p:pRg st="0" end="0"/>
                                            </p:txEl>
                                          </p:spTgt>
                                        </p:tgtEl>
                                        <p:attrNameLst>
                                          <p:attrName>style.visibility</p:attrName>
                                        </p:attrNameLst>
                                      </p:cBhvr>
                                      <p:to>
                                        <p:strVal val="visible"/>
                                      </p:to>
                                    </p:set>
                                    <p:anim calcmode="lin" valueType="num">
                                      <p:cBhvr additive="base">
                                        <p:cTn id="7" dur="500" fill="hold"/>
                                        <p:tgtEl>
                                          <p:spTgt spid="97">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97">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97">
                                            <p:txEl>
                                              <p:pRg st="1" end="1"/>
                                            </p:txEl>
                                          </p:spTgt>
                                        </p:tgtEl>
                                        <p:attrNameLst>
                                          <p:attrName>style.visibility</p:attrName>
                                        </p:attrNameLst>
                                      </p:cBhvr>
                                      <p:to>
                                        <p:strVal val="visible"/>
                                      </p:to>
                                    </p:set>
                                    <p:anim calcmode="lin" valueType="num">
                                      <p:cBhvr additive="base">
                                        <p:cTn id="13" dur="500" fill="hold"/>
                                        <p:tgtEl>
                                          <p:spTgt spid="97">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97">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97">
                                            <p:txEl>
                                              <p:pRg st="2" end="2"/>
                                            </p:txEl>
                                          </p:spTgt>
                                        </p:tgtEl>
                                        <p:attrNameLst>
                                          <p:attrName>style.visibility</p:attrName>
                                        </p:attrNameLst>
                                      </p:cBhvr>
                                      <p:to>
                                        <p:strVal val="visible"/>
                                      </p:to>
                                    </p:set>
                                    <p:anim calcmode="lin" valueType="num">
                                      <p:cBhvr additive="base">
                                        <p:cTn id="19" dur="500" fill="hold"/>
                                        <p:tgtEl>
                                          <p:spTgt spid="97">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97">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97">
                                            <p:txEl>
                                              <p:pRg st="3" end="3"/>
                                            </p:txEl>
                                          </p:spTgt>
                                        </p:tgtEl>
                                        <p:attrNameLst>
                                          <p:attrName>style.visibility</p:attrName>
                                        </p:attrNameLst>
                                      </p:cBhvr>
                                      <p:to>
                                        <p:strVal val="visible"/>
                                      </p:to>
                                    </p:set>
                                    <p:anim calcmode="lin" valueType="num">
                                      <p:cBhvr additive="base">
                                        <p:cTn id="25" dur="500" fill="hold"/>
                                        <p:tgtEl>
                                          <p:spTgt spid="97">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97">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97">
                                            <p:txEl>
                                              <p:pRg st="4" end="4"/>
                                            </p:txEl>
                                          </p:spTgt>
                                        </p:tgtEl>
                                        <p:attrNameLst>
                                          <p:attrName>style.visibility</p:attrName>
                                        </p:attrNameLst>
                                      </p:cBhvr>
                                      <p:to>
                                        <p:strVal val="visible"/>
                                      </p:to>
                                    </p:set>
                                    <p:anim calcmode="lin" valueType="num">
                                      <p:cBhvr additive="base">
                                        <p:cTn id="31" dur="500" fill="hold"/>
                                        <p:tgtEl>
                                          <p:spTgt spid="97">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97">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97">
                                            <p:txEl>
                                              <p:pRg st="5" end="5"/>
                                            </p:txEl>
                                          </p:spTgt>
                                        </p:tgtEl>
                                        <p:attrNameLst>
                                          <p:attrName>style.visibility</p:attrName>
                                        </p:attrNameLst>
                                      </p:cBhvr>
                                      <p:to>
                                        <p:strVal val="visible"/>
                                      </p:to>
                                    </p:set>
                                    <p:anim calcmode="lin" valueType="num">
                                      <p:cBhvr additive="base">
                                        <p:cTn id="37" dur="500" fill="hold"/>
                                        <p:tgtEl>
                                          <p:spTgt spid="97">
                                            <p:txEl>
                                              <p:pRg st="5" end="5"/>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97">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grpId="0" nodeType="clickEffect">
                                  <p:stCondLst>
                                    <p:cond delay="0"/>
                                  </p:stCondLst>
                                  <p:childTnLst>
                                    <p:set>
                                      <p:cBhvr>
                                        <p:cTn id="42" dur="1" fill="hold">
                                          <p:stCondLst>
                                            <p:cond delay="0"/>
                                          </p:stCondLst>
                                        </p:cTn>
                                        <p:tgtEl>
                                          <p:spTgt spid="97">
                                            <p:txEl>
                                              <p:pRg st="6" end="6"/>
                                            </p:txEl>
                                          </p:spTgt>
                                        </p:tgtEl>
                                        <p:attrNameLst>
                                          <p:attrName>style.visibility</p:attrName>
                                        </p:attrNameLst>
                                      </p:cBhvr>
                                      <p:to>
                                        <p:strVal val="visible"/>
                                      </p:to>
                                    </p:set>
                                    <p:anim calcmode="lin" valueType="num">
                                      <p:cBhvr additive="base">
                                        <p:cTn id="43" dur="500" fill="hold"/>
                                        <p:tgtEl>
                                          <p:spTgt spid="97">
                                            <p:txEl>
                                              <p:pRg st="6" end="6"/>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97">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4" fill="hold" grpId="0" nodeType="clickEffect">
                                  <p:stCondLst>
                                    <p:cond delay="0"/>
                                  </p:stCondLst>
                                  <p:childTnLst>
                                    <p:set>
                                      <p:cBhvr>
                                        <p:cTn id="48" dur="1" fill="hold">
                                          <p:stCondLst>
                                            <p:cond delay="0"/>
                                          </p:stCondLst>
                                        </p:cTn>
                                        <p:tgtEl>
                                          <p:spTgt spid="97">
                                            <p:txEl>
                                              <p:pRg st="7" end="7"/>
                                            </p:txEl>
                                          </p:spTgt>
                                        </p:tgtEl>
                                        <p:attrNameLst>
                                          <p:attrName>style.visibility</p:attrName>
                                        </p:attrNameLst>
                                      </p:cBhvr>
                                      <p:to>
                                        <p:strVal val="visible"/>
                                      </p:to>
                                    </p:set>
                                    <p:anim calcmode="lin" valueType="num">
                                      <p:cBhvr additive="base">
                                        <p:cTn id="49" dur="500" fill="hold"/>
                                        <p:tgtEl>
                                          <p:spTgt spid="97">
                                            <p:txEl>
                                              <p:pRg st="7" end="7"/>
                                            </p:txEl>
                                          </p:spTgt>
                                        </p:tgtEl>
                                        <p:attrNameLst>
                                          <p:attrName>ppt_x</p:attrName>
                                        </p:attrNameLst>
                                      </p:cBhvr>
                                      <p:tavLst>
                                        <p:tav tm="0">
                                          <p:val>
                                            <p:strVal val="#ppt_x"/>
                                          </p:val>
                                        </p:tav>
                                        <p:tav tm="100000">
                                          <p:val>
                                            <p:strVal val="#ppt_x"/>
                                          </p:val>
                                        </p:tav>
                                      </p:tavLst>
                                    </p:anim>
                                    <p:anim calcmode="lin" valueType="num">
                                      <p:cBhvr additive="base">
                                        <p:cTn id="50" dur="500" fill="hold"/>
                                        <p:tgtEl>
                                          <p:spTgt spid="97">
                                            <p:txEl>
                                              <p:pRg st="7" end="7"/>
                                            </p:txEl>
                                          </p:spTgt>
                                        </p:tgtEl>
                                        <p:attrNameLst>
                                          <p:attrName>ppt_y</p:attrName>
                                        </p:attrNameLst>
                                      </p:cBhvr>
                                      <p:tavLst>
                                        <p:tav tm="0">
                                          <p:val>
                                            <p:strVal val="1+#ppt_h/2"/>
                                          </p:val>
                                        </p:tav>
                                        <p:tav tm="100000">
                                          <p:val>
                                            <p:strVal val="#ppt_y"/>
                                          </p:val>
                                        </p:tav>
                                      </p:tavLst>
                                    </p:anim>
                                  </p:childTnLst>
                                </p:cTn>
                              </p:par>
                            </p:childTnLst>
                          </p:cTn>
                        </p:par>
                      </p:childTnLst>
                    </p:cTn>
                  </p:par>
                  <p:par>
                    <p:cTn id="51" fill="hold">
                      <p:stCondLst>
                        <p:cond delay="indefinite"/>
                      </p:stCondLst>
                      <p:childTnLst>
                        <p:par>
                          <p:cTn id="52" fill="hold">
                            <p:stCondLst>
                              <p:cond delay="0"/>
                            </p:stCondLst>
                            <p:childTnLst>
                              <p:par>
                                <p:cTn id="53" presetID="2" presetClass="entr" presetSubtype="4" fill="hold" grpId="0" nodeType="clickEffect">
                                  <p:stCondLst>
                                    <p:cond delay="0"/>
                                  </p:stCondLst>
                                  <p:childTnLst>
                                    <p:set>
                                      <p:cBhvr>
                                        <p:cTn id="54" dur="1" fill="hold">
                                          <p:stCondLst>
                                            <p:cond delay="0"/>
                                          </p:stCondLst>
                                        </p:cTn>
                                        <p:tgtEl>
                                          <p:spTgt spid="97">
                                            <p:txEl>
                                              <p:pRg st="8" end="8"/>
                                            </p:txEl>
                                          </p:spTgt>
                                        </p:tgtEl>
                                        <p:attrNameLst>
                                          <p:attrName>style.visibility</p:attrName>
                                        </p:attrNameLst>
                                      </p:cBhvr>
                                      <p:to>
                                        <p:strVal val="visible"/>
                                      </p:to>
                                    </p:set>
                                    <p:anim calcmode="lin" valueType="num">
                                      <p:cBhvr additive="base">
                                        <p:cTn id="55" dur="500" fill="hold"/>
                                        <p:tgtEl>
                                          <p:spTgt spid="97">
                                            <p:txEl>
                                              <p:pRg st="8" end="8"/>
                                            </p:txEl>
                                          </p:spTgt>
                                        </p:tgtEl>
                                        <p:attrNameLst>
                                          <p:attrName>ppt_x</p:attrName>
                                        </p:attrNameLst>
                                      </p:cBhvr>
                                      <p:tavLst>
                                        <p:tav tm="0">
                                          <p:val>
                                            <p:strVal val="#ppt_x"/>
                                          </p:val>
                                        </p:tav>
                                        <p:tav tm="100000">
                                          <p:val>
                                            <p:strVal val="#ppt_x"/>
                                          </p:val>
                                        </p:tav>
                                      </p:tavLst>
                                    </p:anim>
                                    <p:anim calcmode="lin" valueType="num">
                                      <p:cBhvr additive="base">
                                        <p:cTn id="56" dur="500" fill="hold"/>
                                        <p:tgtEl>
                                          <p:spTgt spid="97">
                                            <p:txEl>
                                              <p:pRg st="8" end="8"/>
                                            </p:txEl>
                                          </p:spTgt>
                                        </p:tgtEl>
                                        <p:attrNameLst>
                                          <p:attrName>ppt_y</p:attrName>
                                        </p:attrNameLst>
                                      </p:cBhvr>
                                      <p:tavLst>
                                        <p:tav tm="0">
                                          <p:val>
                                            <p:strVal val="1+#ppt_h/2"/>
                                          </p:val>
                                        </p:tav>
                                        <p:tav tm="100000">
                                          <p:val>
                                            <p:strVal val="#ppt_y"/>
                                          </p:val>
                                        </p:tav>
                                      </p:tavLst>
                                    </p:anim>
                                  </p:childTnLst>
                                </p:cTn>
                              </p:par>
                            </p:childTnLst>
                          </p:cTn>
                        </p:par>
                      </p:childTnLst>
                    </p:cTn>
                  </p:par>
                  <p:par>
                    <p:cTn id="57" fill="hold">
                      <p:stCondLst>
                        <p:cond delay="indefinite"/>
                      </p:stCondLst>
                      <p:childTnLst>
                        <p:par>
                          <p:cTn id="58" fill="hold">
                            <p:stCondLst>
                              <p:cond delay="0"/>
                            </p:stCondLst>
                            <p:childTnLst>
                              <p:par>
                                <p:cTn id="59" presetID="2" presetClass="entr" presetSubtype="4" fill="hold" grpId="0" nodeType="clickEffect">
                                  <p:stCondLst>
                                    <p:cond delay="0"/>
                                  </p:stCondLst>
                                  <p:childTnLst>
                                    <p:set>
                                      <p:cBhvr>
                                        <p:cTn id="60" dur="1" fill="hold">
                                          <p:stCondLst>
                                            <p:cond delay="0"/>
                                          </p:stCondLst>
                                        </p:cTn>
                                        <p:tgtEl>
                                          <p:spTgt spid="97">
                                            <p:txEl>
                                              <p:pRg st="9" end="9"/>
                                            </p:txEl>
                                          </p:spTgt>
                                        </p:tgtEl>
                                        <p:attrNameLst>
                                          <p:attrName>style.visibility</p:attrName>
                                        </p:attrNameLst>
                                      </p:cBhvr>
                                      <p:to>
                                        <p:strVal val="visible"/>
                                      </p:to>
                                    </p:set>
                                    <p:anim calcmode="lin" valueType="num">
                                      <p:cBhvr additive="base">
                                        <p:cTn id="61" dur="500" fill="hold"/>
                                        <p:tgtEl>
                                          <p:spTgt spid="97">
                                            <p:txEl>
                                              <p:pRg st="9" end="9"/>
                                            </p:txEl>
                                          </p:spTgt>
                                        </p:tgtEl>
                                        <p:attrNameLst>
                                          <p:attrName>ppt_x</p:attrName>
                                        </p:attrNameLst>
                                      </p:cBhvr>
                                      <p:tavLst>
                                        <p:tav tm="0">
                                          <p:val>
                                            <p:strVal val="#ppt_x"/>
                                          </p:val>
                                        </p:tav>
                                        <p:tav tm="100000">
                                          <p:val>
                                            <p:strVal val="#ppt_x"/>
                                          </p:val>
                                        </p:tav>
                                      </p:tavLst>
                                    </p:anim>
                                    <p:anim calcmode="lin" valueType="num">
                                      <p:cBhvr additive="base">
                                        <p:cTn id="62" dur="500" fill="hold"/>
                                        <p:tgtEl>
                                          <p:spTgt spid="97">
                                            <p:txEl>
                                              <p:pRg st="9" end="9"/>
                                            </p:txEl>
                                          </p:spTgt>
                                        </p:tgtEl>
                                        <p:attrNameLst>
                                          <p:attrName>ppt_y</p:attrName>
                                        </p:attrNameLst>
                                      </p:cBhvr>
                                      <p:tavLst>
                                        <p:tav tm="0">
                                          <p:val>
                                            <p:strVal val="1+#ppt_h/2"/>
                                          </p:val>
                                        </p:tav>
                                        <p:tav tm="100000">
                                          <p:val>
                                            <p:strVal val="#ppt_y"/>
                                          </p:val>
                                        </p:tav>
                                      </p:tavLst>
                                    </p:anim>
                                  </p:childTnLst>
                                </p:cTn>
                              </p:par>
                            </p:childTnLst>
                          </p:cTn>
                        </p:par>
                      </p:childTnLst>
                    </p:cTn>
                  </p:par>
                  <p:par>
                    <p:cTn id="63" fill="hold">
                      <p:stCondLst>
                        <p:cond delay="indefinite"/>
                      </p:stCondLst>
                      <p:childTnLst>
                        <p:par>
                          <p:cTn id="64" fill="hold">
                            <p:stCondLst>
                              <p:cond delay="0"/>
                            </p:stCondLst>
                            <p:childTnLst>
                              <p:par>
                                <p:cTn id="65" presetID="2" presetClass="entr" presetSubtype="4" fill="hold" grpId="0" nodeType="clickEffect">
                                  <p:stCondLst>
                                    <p:cond delay="0"/>
                                  </p:stCondLst>
                                  <p:childTnLst>
                                    <p:set>
                                      <p:cBhvr>
                                        <p:cTn id="66" dur="1" fill="hold">
                                          <p:stCondLst>
                                            <p:cond delay="0"/>
                                          </p:stCondLst>
                                        </p:cTn>
                                        <p:tgtEl>
                                          <p:spTgt spid="97">
                                            <p:txEl>
                                              <p:pRg st="10" end="10"/>
                                            </p:txEl>
                                          </p:spTgt>
                                        </p:tgtEl>
                                        <p:attrNameLst>
                                          <p:attrName>style.visibility</p:attrName>
                                        </p:attrNameLst>
                                      </p:cBhvr>
                                      <p:to>
                                        <p:strVal val="visible"/>
                                      </p:to>
                                    </p:set>
                                    <p:anim calcmode="lin" valueType="num">
                                      <p:cBhvr additive="base">
                                        <p:cTn id="67" dur="500" fill="hold"/>
                                        <p:tgtEl>
                                          <p:spTgt spid="97">
                                            <p:txEl>
                                              <p:pRg st="10" end="10"/>
                                            </p:txEl>
                                          </p:spTgt>
                                        </p:tgtEl>
                                        <p:attrNameLst>
                                          <p:attrName>ppt_x</p:attrName>
                                        </p:attrNameLst>
                                      </p:cBhvr>
                                      <p:tavLst>
                                        <p:tav tm="0">
                                          <p:val>
                                            <p:strVal val="#ppt_x"/>
                                          </p:val>
                                        </p:tav>
                                        <p:tav tm="100000">
                                          <p:val>
                                            <p:strVal val="#ppt_x"/>
                                          </p:val>
                                        </p:tav>
                                      </p:tavLst>
                                    </p:anim>
                                    <p:anim calcmode="lin" valueType="num">
                                      <p:cBhvr additive="base">
                                        <p:cTn id="68" dur="500" fill="hold"/>
                                        <p:tgtEl>
                                          <p:spTgt spid="97">
                                            <p:txEl>
                                              <p:pRg st="10" end="10"/>
                                            </p:txEl>
                                          </p:spTgt>
                                        </p:tgtEl>
                                        <p:attrNameLst>
                                          <p:attrName>ppt_y</p:attrName>
                                        </p:attrNameLst>
                                      </p:cBhvr>
                                      <p:tavLst>
                                        <p:tav tm="0">
                                          <p:val>
                                            <p:strVal val="1+#ppt_h/2"/>
                                          </p:val>
                                        </p:tav>
                                        <p:tav tm="100000">
                                          <p:val>
                                            <p:strVal val="#ppt_y"/>
                                          </p:val>
                                        </p:tav>
                                      </p:tavLst>
                                    </p:anim>
                                  </p:childTnLst>
                                </p:cTn>
                              </p:par>
                            </p:childTnLst>
                          </p:cTn>
                        </p:par>
                      </p:childTnLst>
                    </p:cTn>
                  </p:par>
                  <p:par>
                    <p:cTn id="69" fill="hold">
                      <p:stCondLst>
                        <p:cond delay="indefinite"/>
                      </p:stCondLst>
                      <p:childTnLst>
                        <p:par>
                          <p:cTn id="70" fill="hold">
                            <p:stCondLst>
                              <p:cond delay="0"/>
                            </p:stCondLst>
                            <p:childTnLst>
                              <p:par>
                                <p:cTn id="71" presetID="2" presetClass="entr" presetSubtype="4" fill="hold" grpId="0" nodeType="clickEffect">
                                  <p:stCondLst>
                                    <p:cond delay="0"/>
                                  </p:stCondLst>
                                  <p:childTnLst>
                                    <p:set>
                                      <p:cBhvr>
                                        <p:cTn id="72" dur="1" fill="hold">
                                          <p:stCondLst>
                                            <p:cond delay="0"/>
                                          </p:stCondLst>
                                        </p:cTn>
                                        <p:tgtEl>
                                          <p:spTgt spid="97">
                                            <p:txEl>
                                              <p:pRg st="11" end="11"/>
                                            </p:txEl>
                                          </p:spTgt>
                                        </p:tgtEl>
                                        <p:attrNameLst>
                                          <p:attrName>style.visibility</p:attrName>
                                        </p:attrNameLst>
                                      </p:cBhvr>
                                      <p:to>
                                        <p:strVal val="visible"/>
                                      </p:to>
                                    </p:set>
                                    <p:anim calcmode="lin" valueType="num">
                                      <p:cBhvr additive="base">
                                        <p:cTn id="73" dur="500" fill="hold"/>
                                        <p:tgtEl>
                                          <p:spTgt spid="97">
                                            <p:txEl>
                                              <p:pRg st="11" end="11"/>
                                            </p:txEl>
                                          </p:spTgt>
                                        </p:tgtEl>
                                        <p:attrNameLst>
                                          <p:attrName>ppt_x</p:attrName>
                                        </p:attrNameLst>
                                      </p:cBhvr>
                                      <p:tavLst>
                                        <p:tav tm="0">
                                          <p:val>
                                            <p:strVal val="#ppt_x"/>
                                          </p:val>
                                        </p:tav>
                                        <p:tav tm="100000">
                                          <p:val>
                                            <p:strVal val="#ppt_x"/>
                                          </p:val>
                                        </p:tav>
                                      </p:tavLst>
                                    </p:anim>
                                    <p:anim calcmode="lin" valueType="num">
                                      <p:cBhvr additive="base">
                                        <p:cTn id="74" dur="500" fill="hold"/>
                                        <p:tgtEl>
                                          <p:spTgt spid="97">
                                            <p:txEl>
                                              <p:pRg st="11" end="11"/>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7" grpId="0" build="p"/>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01"/>
        <p:cNvGrpSpPr/>
        <p:nvPr/>
      </p:nvGrpSpPr>
      <p:grpSpPr>
        <a:xfrm>
          <a:off x="0" y="0"/>
          <a:ext cx="0" cy="0"/>
          <a:chOff x="0" y="0"/>
          <a:chExt cx="0" cy="0"/>
        </a:xfrm>
      </p:grpSpPr>
      <p:sp>
        <p:nvSpPr>
          <p:cNvPr id="103" name="Google Shape;103;p19"/>
          <p:cNvSpPr txBox="1">
            <a:spLocks noGrp="1"/>
          </p:cNvSpPr>
          <p:nvPr>
            <p:ph type="subTitle" idx="1"/>
          </p:nvPr>
        </p:nvSpPr>
        <p:spPr>
          <a:xfrm>
            <a:off x="533400" y="1371600"/>
            <a:ext cx="8153400" cy="4724400"/>
          </a:xfrm>
          <a:prstGeom prst="rect">
            <a:avLst/>
          </a:prstGeom>
          <a:noFill/>
          <a:ln>
            <a:noFill/>
          </a:ln>
        </p:spPr>
        <p:txBody>
          <a:bodyPr spcFirstLastPara="1" wrap="square" lIns="91425" tIns="45700" rIns="91425" bIns="45700" anchor="t" anchorCtr="0">
            <a:noAutofit/>
          </a:bodyPr>
          <a:lstStyle/>
          <a:p>
            <a:pPr marL="457200" lvl="0" indent="-431800" algn="just" rtl="0">
              <a:lnSpc>
                <a:spcPct val="100000"/>
              </a:lnSpc>
              <a:spcBef>
                <a:spcPts val="640"/>
              </a:spcBef>
              <a:spcAft>
                <a:spcPts val="0"/>
              </a:spcAft>
              <a:buSzPts val="3200"/>
              <a:buNone/>
            </a:pPr>
            <a:r>
              <a:rPr lang="en-US" sz="2000" b="1" dirty="0">
                <a:solidFill>
                  <a:schemeClr val="dk1"/>
                </a:solidFill>
                <a:latin typeface="Times New Roman"/>
                <a:ea typeface="Times New Roman"/>
                <a:cs typeface="Times New Roman"/>
                <a:sym typeface="Times New Roman"/>
              </a:rPr>
              <a:t>6. Entertainment</a:t>
            </a:r>
            <a:endParaRPr dirty="0"/>
          </a:p>
          <a:p>
            <a:pPr marL="914400" lvl="0" indent="-431800" algn="just" rtl="0">
              <a:lnSpc>
                <a:spcPct val="100000"/>
              </a:lnSpc>
              <a:spcBef>
                <a:spcPts val="640"/>
              </a:spcBef>
              <a:spcAft>
                <a:spcPts val="0"/>
              </a:spcAft>
              <a:buSzPts val="3200"/>
              <a:buNone/>
            </a:pPr>
            <a:r>
              <a:rPr lang="en-US" sz="2000" b="1" dirty="0">
                <a:solidFill>
                  <a:schemeClr val="dk1"/>
                </a:solidFill>
                <a:latin typeface="Times New Roman"/>
                <a:ea typeface="Times New Roman"/>
                <a:cs typeface="Times New Roman"/>
                <a:sym typeface="Times New Roman"/>
              </a:rPr>
              <a:t>Streaming:</a:t>
            </a:r>
            <a:r>
              <a:rPr lang="en-US" sz="2000" dirty="0">
                <a:solidFill>
                  <a:schemeClr val="dk1"/>
                </a:solidFill>
                <a:latin typeface="Times New Roman"/>
                <a:ea typeface="Times New Roman"/>
                <a:cs typeface="Times New Roman"/>
                <a:sym typeface="Times New Roman"/>
              </a:rPr>
              <a:t> Netflix, YouTube, Spotify.</a:t>
            </a:r>
            <a:endParaRPr dirty="0"/>
          </a:p>
          <a:p>
            <a:pPr marL="914400" lvl="0" indent="-431800" algn="just" rtl="0">
              <a:lnSpc>
                <a:spcPct val="100000"/>
              </a:lnSpc>
              <a:spcBef>
                <a:spcPts val="640"/>
              </a:spcBef>
              <a:spcAft>
                <a:spcPts val="0"/>
              </a:spcAft>
              <a:buSzPts val="3200"/>
              <a:buNone/>
            </a:pPr>
            <a:r>
              <a:rPr lang="en-US" sz="2000" b="1" dirty="0">
                <a:solidFill>
                  <a:schemeClr val="dk1"/>
                </a:solidFill>
                <a:latin typeface="Times New Roman"/>
                <a:ea typeface="Times New Roman"/>
                <a:cs typeface="Times New Roman"/>
                <a:sym typeface="Times New Roman"/>
              </a:rPr>
              <a:t>Gaming:</a:t>
            </a:r>
            <a:r>
              <a:rPr lang="en-US" sz="2000" dirty="0">
                <a:solidFill>
                  <a:schemeClr val="dk1"/>
                </a:solidFill>
                <a:latin typeface="Times New Roman"/>
                <a:ea typeface="Times New Roman"/>
                <a:cs typeface="Times New Roman"/>
                <a:sym typeface="Times New Roman"/>
              </a:rPr>
              <a:t> PC games, VR experiences.</a:t>
            </a:r>
            <a:endParaRPr dirty="0"/>
          </a:p>
          <a:p>
            <a:pPr marL="914400" lvl="0" indent="-431800" algn="just" rtl="0">
              <a:lnSpc>
                <a:spcPct val="100000"/>
              </a:lnSpc>
              <a:spcBef>
                <a:spcPts val="640"/>
              </a:spcBef>
              <a:spcAft>
                <a:spcPts val="0"/>
              </a:spcAft>
              <a:buSzPts val="3200"/>
              <a:buNone/>
            </a:pPr>
            <a:r>
              <a:rPr lang="en-US" sz="2000" b="1" dirty="0">
                <a:solidFill>
                  <a:schemeClr val="dk1"/>
                </a:solidFill>
                <a:latin typeface="Times New Roman"/>
                <a:ea typeface="Times New Roman"/>
                <a:cs typeface="Times New Roman"/>
                <a:sym typeface="Times New Roman"/>
              </a:rPr>
              <a:t>Digital Art &amp; Music Production:</a:t>
            </a:r>
            <a:r>
              <a:rPr lang="en-US" sz="2000" dirty="0">
                <a:solidFill>
                  <a:schemeClr val="dk1"/>
                </a:solidFill>
                <a:latin typeface="Times New Roman"/>
                <a:ea typeface="Times New Roman"/>
                <a:cs typeface="Times New Roman"/>
                <a:sym typeface="Times New Roman"/>
              </a:rPr>
              <a:t> Photoshop, FL Studio.</a:t>
            </a:r>
            <a:endParaRPr dirty="0"/>
          </a:p>
          <a:p>
            <a:pPr marL="457200" lvl="0" indent="-431800" algn="just" rtl="0">
              <a:lnSpc>
                <a:spcPct val="100000"/>
              </a:lnSpc>
              <a:spcBef>
                <a:spcPts val="640"/>
              </a:spcBef>
              <a:spcAft>
                <a:spcPts val="0"/>
              </a:spcAft>
              <a:buSzPts val="3200"/>
              <a:buNone/>
            </a:pPr>
            <a:r>
              <a:rPr lang="en-US" sz="2000" b="1" dirty="0">
                <a:solidFill>
                  <a:schemeClr val="dk1"/>
                </a:solidFill>
                <a:latin typeface="Times New Roman"/>
                <a:ea typeface="Times New Roman"/>
                <a:cs typeface="Times New Roman"/>
                <a:sym typeface="Times New Roman"/>
              </a:rPr>
              <a:t>7. Shopping</a:t>
            </a:r>
            <a:endParaRPr dirty="0"/>
          </a:p>
          <a:p>
            <a:pPr marL="914400" lvl="0" indent="-431800" algn="just" rtl="0">
              <a:lnSpc>
                <a:spcPct val="100000"/>
              </a:lnSpc>
              <a:spcBef>
                <a:spcPts val="640"/>
              </a:spcBef>
              <a:spcAft>
                <a:spcPts val="0"/>
              </a:spcAft>
              <a:buSzPts val="3200"/>
              <a:buNone/>
            </a:pPr>
            <a:r>
              <a:rPr lang="en-US" sz="2000" b="1" dirty="0">
                <a:solidFill>
                  <a:schemeClr val="dk1"/>
                </a:solidFill>
                <a:latin typeface="Times New Roman"/>
                <a:ea typeface="Times New Roman"/>
                <a:cs typeface="Times New Roman"/>
                <a:sym typeface="Times New Roman"/>
              </a:rPr>
              <a:t>E-commerce:</a:t>
            </a:r>
            <a:r>
              <a:rPr lang="en-US" sz="2000" dirty="0">
                <a:solidFill>
                  <a:schemeClr val="dk1"/>
                </a:solidFill>
                <a:latin typeface="Times New Roman"/>
                <a:ea typeface="Times New Roman"/>
                <a:cs typeface="Times New Roman"/>
                <a:sym typeface="Times New Roman"/>
              </a:rPr>
              <a:t> Amazon, eBay, local online marketplaces.</a:t>
            </a:r>
            <a:endParaRPr dirty="0"/>
          </a:p>
          <a:p>
            <a:pPr marL="914400" lvl="0" indent="-431800" algn="just" rtl="0">
              <a:lnSpc>
                <a:spcPct val="100000"/>
              </a:lnSpc>
              <a:spcBef>
                <a:spcPts val="640"/>
              </a:spcBef>
              <a:spcAft>
                <a:spcPts val="0"/>
              </a:spcAft>
              <a:buSzPts val="3200"/>
              <a:buNone/>
            </a:pPr>
            <a:r>
              <a:rPr lang="en-US" sz="2000" b="1" dirty="0">
                <a:solidFill>
                  <a:schemeClr val="dk1"/>
                </a:solidFill>
                <a:latin typeface="Times New Roman"/>
                <a:ea typeface="Times New Roman"/>
                <a:cs typeface="Times New Roman"/>
                <a:sym typeface="Times New Roman"/>
              </a:rPr>
              <a:t>Price Comparison Tools:</a:t>
            </a:r>
            <a:r>
              <a:rPr lang="en-US" sz="2000" dirty="0">
                <a:solidFill>
                  <a:schemeClr val="dk1"/>
                </a:solidFill>
                <a:latin typeface="Times New Roman"/>
                <a:ea typeface="Times New Roman"/>
                <a:cs typeface="Times New Roman"/>
                <a:sym typeface="Times New Roman"/>
              </a:rPr>
              <a:t> Finding best deals online.</a:t>
            </a:r>
            <a:endParaRPr dirty="0"/>
          </a:p>
          <a:p>
            <a:pPr marL="914400" lvl="0" indent="-431800" algn="just" rtl="0">
              <a:lnSpc>
                <a:spcPct val="100000"/>
              </a:lnSpc>
              <a:spcBef>
                <a:spcPts val="640"/>
              </a:spcBef>
              <a:spcAft>
                <a:spcPts val="0"/>
              </a:spcAft>
              <a:buSzPts val="3200"/>
              <a:buNone/>
            </a:pPr>
            <a:r>
              <a:rPr lang="en-US" sz="2000" b="1" dirty="0">
                <a:solidFill>
                  <a:schemeClr val="dk1"/>
                </a:solidFill>
                <a:latin typeface="Times New Roman"/>
                <a:ea typeface="Times New Roman"/>
                <a:cs typeface="Times New Roman"/>
                <a:sym typeface="Times New Roman"/>
              </a:rPr>
              <a:t>Order Tracking &amp; Delivery Services.</a:t>
            </a:r>
            <a:endParaRPr dirty="0"/>
          </a:p>
          <a:p>
            <a:pPr marL="457200" lvl="0" indent="-431800" algn="just" rtl="0">
              <a:lnSpc>
                <a:spcPct val="100000"/>
              </a:lnSpc>
              <a:spcBef>
                <a:spcPts val="640"/>
              </a:spcBef>
              <a:spcAft>
                <a:spcPts val="0"/>
              </a:spcAft>
              <a:buSzPts val="3200"/>
              <a:buNone/>
            </a:pPr>
            <a:r>
              <a:rPr lang="en-US" sz="2000" b="1" dirty="0">
                <a:solidFill>
                  <a:schemeClr val="dk1"/>
                </a:solidFill>
                <a:latin typeface="Times New Roman"/>
                <a:ea typeface="Times New Roman"/>
                <a:cs typeface="Times New Roman"/>
                <a:sym typeface="Times New Roman"/>
              </a:rPr>
              <a:t>8. Transport &amp; Navigation</a:t>
            </a:r>
            <a:endParaRPr dirty="0"/>
          </a:p>
          <a:p>
            <a:pPr marL="914400" lvl="0" indent="-431800" algn="just" rtl="0">
              <a:lnSpc>
                <a:spcPct val="100000"/>
              </a:lnSpc>
              <a:spcBef>
                <a:spcPts val="640"/>
              </a:spcBef>
              <a:spcAft>
                <a:spcPts val="0"/>
              </a:spcAft>
              <a:buSzPts val="3200"/>
              <a:buNone/>
            </a:pPr>
            <a:r>
              <a:rPr lang="en-US" sz="2000" b="1" dirty="0">
                <a:solidFill>
                  <a:schemeClr val="dk1"/>
                </a:solidFill>
                <a:latin typeface="Times New Roman"/>
                <a:ea typeface="Times New Roman"/>
                <a:cs typeface="Times New Roman"/>
                <a:sym typeface="Times New Roman"/>
              </a:rPr>
              <a:t>Ride-hailing Apps:</a:t>
            </a:r>
            <a:r>
              <a:rPr lang="en-US" sz="2000" dirty="0">
                <a:solidFill>
                  <a:schemeClr val="dk1"/>
                </a:solidFill>
                <a:latin typeface="Times New Roman"/>
                <a:ea typeface="Times New Roman"/>
                <a:cs typeface="Times New Roman"/>
                <a:sym typeface="Times New Roman"/>
              </a:rPr>
              <a:t> Uber, Lyft.</a:t>
            </a:r>
            <a:endParaRPr dirty="0"/>
          </a:p>
          <a:p>
            <a:pPr marL="914400" lvl="0" indent="-431800" algn="just" rtl="0">
              <a:lnSpc>
                <a:spcPct val="100000"/>
              </a:lnSpc>
              <a:spcBef>
                <a:spcPts val="640"/>
              </a:spcBef>
              <a:spcAft>
                <a:spcPts val="0"/>
              </a:spcAft>
              <a:buSzPts val="3200"/>
              <a:buNone/>
            </a:pPr>
            <a:r>
              <a:rPr lang="en-US" sz="2000" b="1" dirty="0">
                <a:solidFill>
                  <a:schemeClr val="dk1"/>
                </a:solidFill>
                <a:latin typeface="Times New Roman"/>
                <a:ea typeface="Times New Roman"/>
                <a:cs typeface="Times New Roman"/>
                <a:sym typeface="Times New Roman"/>
              </a:rPr>
              <a:t>GPS Navigation:</a:t>
            </a:r>
            <a:r>
              <a:rPr lang="en-US" sz="2000" dirty="0">
                <a:solidFill>
                  <a:schemeClr val="dk1"/>
                </a:solidFill>
                <a:latin typeface="Times New Roman"/>
                <a:ea typeface="Times New Roman"/>
                <a:cs typeface="Times New Roman"/>
                <a:sym typeface="Times New Roman"/>
              </a:rPr>
              <a:t> Google Maps</a:t>
            </a:r>
            <a:endParaRPr dirty="0"/>
          </a:p>
          <a:p>
            <a:pPr marL="914400" lvl="0" indent="-431800" algn="just" rtl="0">
              <a:lnSpc>
                <a:spcPct val="100000"/>
              </a:lnSpc>
              <a:spcBef>
                <a:spcPts val="640"/>
              </a:spcBef>
              <a:spcAft>
                <a:spcPts val="0"/>
              </a:spcAft>
              <a:buSzPts val="3200"/>
              <a:buNone/>
            </a:pPr>
            <a:r>
              <a:rPr lang="en-US" sz="2000" b="1" dirty="0">
                <a:solidFill>
                  <a:schemeClr val="dk1"/>
                </a:solidFill>
                <a:latin typeface="Times New Roman"/>
                <a:ea typeface="Times New Roman"/>
                <a:cs typeface="Times New Roman"/>
                <a:sym typeface="Times New Roman"/>
              </a:rPr>
              <a:t>Traffic &amp; Public Transport Updates.</a:t>
            </a:r>
            <a:endParaRPr sz="2000" dirty="0">
              <a:solidFill>
                <a:schemeClr val="dk1"/>
              </a:solidFill>
              <a:latin typeface="Times New Roman"/>
              <a:ea typeface="Times New Roman"/>
              <a:cs typeface="Times New Roman"/>
              <a:sym typeface="Times New Roman"/>
            </a:endParaRPr>
          </a:p>
          <a:p>
            <a:pPr marL="457200" lvl="0" indent="-431800" algn="just" rtl="0">
              <a:lnSpc>
                <a:spcPct val="100000"/>
              </a:lnSpc>
              <a:spcBef>
                <a:spcPts val="640"/>
              </a:spcBef>
              <a:spcAft>
                <a:spcPts val="0"/>
              </a:spcAft>
              <a:buSzPts val="3200"/>
              <a:buNone/>
            </a:pPr>
            <a:endParaRPr sz="2000" dirty="0">
              <a:solidFill>
                <a:schemeClr val="dk1"/>
              </a:solidFill>
              <a:latin typeface="Times New Roman"/>
              <a:ea typeface="Times New Roman"/>
              <a:cs typeface="Times New Roman"/>
              <a:sym typeface="Times New Roman"/>
            </a:endParaRPr>
          </a:p>
          <a:p>
            <a:pPr marL="457200" lvl="0" indent="-431800" algn="ctr" rtl="0">
              <a:lnSpc>
                <a:spcPct val="100000"/>
              </a:lnSpc>
              <a:spcBef>
                <a:spcPts val="640"/>
              </a:spcBef>
              <a:spcAft>
                <a:spcPts val="0"/>
              </a:spcAft>
              <a:buClr>
                <a:srgbClr val="888888"/>
              </a:buClr>
              <a:buSzPts val="3200"/>
              <a:buNone/>
            </a:pPr>
            <a:endParaRPr dirty="0"/>
          </a:p>
        </p:txBody>
      </p:sp>
      <p:sp>
        <p:nvSpPr>
          <p:cNvPr id="2" name="TextBox 1">
            <a:extLst>
              <a:ext uri="{FF2B5EF4-FFF2-40B4-BE49-F238E27FC236}">
                <a16:creationId xmlns:a16="http://schemas.microsoft.com/office/drawing/2014/main" id="{2F0DCAAD-8AAB-E543-1C80-0037703A05C0}"/>
              </a:ext>
            </a:extLst>
          </p:cNvPr>
          <p:cNvSpPr txBox="1"/>
          <p:nvPr/>
        </p:nvSpPr>
        <p:spPr>
          <a:xfrm>
            <a:off x="416104" y="267353"/>
            <a:ext cx="4572000" cy="400110"/>
          </a:xfrm>
          <a:prstGeom prst="rect">
            <a:avLst/>
          </a:prstGeom>
          <a:noFill/>
        </p:spPr>
        <p:txBody>
          <a:bodyPr wrap="square">
            <a:spAutoFit/>
          </a:bodyPr>
          <a:lstStyle/>
          <a:p>
            <a:r>
              <a:rPr lang="en-US" sz="2000" b="1" dirty="0">
                <a:solidFill>
                  <a:schemeClr val="dk1"/>
                </a:solidFill>
                <a:latin typeface="Times New Roman"/>
                <a:ea typeface="Times New Roman"/>
                <a:cs typeface="Times New Roman"/>
                <a:sym typeface="Times New Roman"/>
              </a:rPr>
              <a:t>Applications of Computers</a:t>
            </a:r>
            <a:endParaRPr lang="en-IN" sz="20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03">
                                            <p:txEl>
                                              <p:pRg st="0" end="0"/>
                                            </p:txEl>
                                          </p:spTgt>
                                        </p:tgtEl>
                                        <p:attrNameLst>
                                          <p:attrName>style.visibility</p:attrName>
                                        </p:attrNameLst>
                                      </p:cBhvr>
                                      <p:to>
                                        <p:strVal val="visible"/>
                                      </p:to>
                                    </p:set>
                                    <p:anim calcmode="lin" valueType="num">
                                      <p:cBhvr additive="base">
                                        <p:cTn id="7" dur="500" fill="hold"/>
                                        <p:tgtEl>
                                          <p:spTgt spid="10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0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103">
                                            <p:txEl>
                                              <p:pRg st="1" end="1"/>
                                            </p:txEl>
                                          </p:spTgt>
                                        </p:tgtEl>
                                        <p:attrNameLst>
                                          <p:attrName>style.visibility</p:attrName>
                                        </p:attrNameLst>
                                      </p:cBhvr>
                                      <p:to>
                                        <p:strVal val="visible"/>
                                      </p:to>
                                    </p:set>
                                    <p:anim calcmode="lin" valueType="num">
                                      <p:cBhvr additive="base">
                                        <p:cTn id="13" dur="500" fill="hold"/>
                                        <p:tgtEl>
                                          <p:spTgt spid="10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10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103">
                                            <p:txEl>
                                              <p:pRg st="2" end="2"/>
                                            </p:txEl>
                                          </p:spTgt>
                                        </p:tgtEl>
                                        <p:attrNameLst>
                                          <p:attrName>style.visibility</p:attrName>
                                        </p:attrNameLst>
                                      </p:cBhvr>
                                      <p:to>
                                        <p:strVal val="visible"/>
                                      </p:to>
                                    </p:set>
                                    <p:anim calcmode="lin" valueType="num">
                                      <p:cBhvr additive="base">
                                        <p:cTn id="19" dur="500" fill="hold"/>
                                        <p:tgtEl>
                                          <p:spTgt spid="10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10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103">
                                            <p:txEl>
                                              <p:pRg st="3" end="3"/>
                                            </p:txEl>
                                          </p:spTgt>
                                        </p:tgtEl>
                                        <p:attrNameLst>
                                          <p:attrName>style.visibility</p:attrName>
                                        </p:attrNameLst>
                                      </p:cBhvr>
                                      <p:to>
                                        <p:strVal val="visible"/>
                                      </p:to>
                                    </p:set>
                                    <p:anim calcmode="lin" valueType="num">
                                      <p:cBhvr additive="base">
                                        <p:cTn id="25" dur="500" fill="hold"/>
                                        <p:tgtEl>
                                          <p:spTgt spid="103">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10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103">
                                            <p:txEl>
                                              <p:pRg st="4" end="4"/>
                                            </p:txEl>
                                          </p:spTgt>
                                        </p:tgtEl>
                                        <p:attrNameLst>
                                          <p:attrName>style.visibility</p:attrName>
                                        </p:attrNameLst>
                                      </p:cBhvr>
                                      <p:to>
                                        <p:strVal val="visible"/>
                                      </p:to>
                                    </p:set>
                                    <p:anim calcmode="lin" valueType="num">
                                      <p:cBhvr additive="base">
                                        <p:cTn id="31" dur="500" fill="hold"/>
                                        <p:tgtEl>
                                          <p:spTgt spid="103">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10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103">
                                            <p:txEl>
                                              <p:pRg st="5" end="5"/>
                                            </p:txEl>
                                          </p:spTgt>
                                        </p:tgtEl>
                                        <p:attrNameLst>
                                          <p:attrName>style.visibility</p:attrName>
                                        </p:attrNameLst>
                                      </p:cBhvr>
                                      <p:to>
                                        <p:strVal val="visible"/>
                                      </p:to>
                                    </p:set>
                                    <p:anim calcmode="lin" valueType="num">
                                      <p:cBhvr additive="base">
                                        <p:cTn id="37" dur="500" fill="hold"/>
                                        <p:tgtEl>
                                          <p:spTgt spid="103">
                                            <p:txEl>
                                              <p:pRg st="5" end="5"/>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103">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grpId="0" nodeType="clickEffect">
                                  <p:stCondLst>
                                    <p:cond delay="0"/>
                                  </p:stCondLst>
                                  <p:childTnLst>
                                    <p:set>
                                      <p:cBhvr>
                                        <p:cTn id="42" dur="1" fill="hold">
                                          <p:stCondLst>
                                            <p:cond delay="0"/>
                                          </p:stCondLst>
                                        </p:cTn>
                                        <p:tgtEl>
                                          <p:spTgt spid="103">
                                            <p:txEl>
                                              <p:pRg st="6" end="6"/>
                                            </p:txEl>
                                          </p:spTgt>
                                        </p:tgtEl>
                                        <p:attrNameLst>
                                          <p:attrName>style.visibility</p:attrName>
                                        </p:attrNameLst>
                                      </p:cBhvr>
                                      <p:to>
                                        <p:strVal val="visible"/>
                                      </p:to>
                                    </p:set>
                                    <p:anim calcmode="lin" valueType="num">
                                      <p:cBhvr additive="base">
                                        <p:cTn id="43" dur="500" fill="hold"/>
                                        <p:tgtEl>
                                          <p:spTgt spid="103">
                                            <p:txEl>
                                              <p:pRg st="6" end="6"/>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103">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4" fill="hold" grpId="0" nodeType="clickEffect">
                                  <p:stCondLst>
                                    <p:cond delay="0"/>
                                  </p:stCondLst>
                                  <p:childTnLst>
                                    <p:set>
                                      <p:cBhvr>
                                        <p:cTn id="48" dur="1" fill="hold">
                                          <p:stCondLst>
                                            <p:cond delay="0"/>
                                          </p:stCondLst>
                                        </p:cTn>
                                        <p:tgtEl>
                                          <p:spTgt spid="103">
                                            <p:txEl>
                                              <p:pRg st="7" end="7"/>
                                            </p:txEl>
                                          </p:spTgt>
                                        </p:tgtEl>
                                        <p:attrNameLst>
                                          <p:attrName>style.visibility</p:attrName>
                                        </p:attrNameLst>
                                      </p:cBhvr>
                                      <p:to>
                                        <p:strVal val="visible"/>
                                      </p:to>
                                    </p:set>
                                    <p:anim calcmode="lin" valueType="num">
                                      <p:cBhvr additive="base">
                                        <p:cTn id="49" dur="500" fill="hold"/>
                                        <p:tgtEl>
                                          <p:spTgt spid="103">
                                            <p:txEl>
                                              <p:pRg st="7" end="7"/>
                                            </p:txEl>
                                          </p:spTgt>
                                        </p:tgtEl>
                                        <p:attrNameLst>
                                          <p:attrName>ppt_x</p:attrName>
                                        </p:attrNameLst>
                                      </p:cBhvr>
                                      <p:tavLst>
                                        <p:tav tm="0">
                                          <p:val>
                                            <p:strVal val="#ppt_x"/>
                                          </p:val>
                                        </p:tav>
                                        <p:tav tm="100000">
                                          <p:val>
                                            <p:strVal val="#ppt_x"/>
                                          </p:val>
                                        </p:tav>
                                      </p:tavLst>
                                    </p:anim>
                                    <p:anim calcmode="lin" valueType="num">
                                      <p:cBhvr additive="base">
                                        <p:cTn id="50" dur="500" fill="hold"/>
                                        <p:tgtEl>
                                          <p:spTgt spid="103">
                                            <p:txEl>
                                              <p:pRg st="7" end="7"/>
                                            </p:txEl>
                                          </p:spTgt>
                                        </p:tgtEl>
                                        <p:attrNameLst>
                                          <p:attrName>ppt_y</p:attrName>
                                        </p:attrNameLst>
                                      </p:cBhvr>
                                      <p:tavLst>
                                        <p:tav tm="0">
                                          <p:val>
                                            <p:strVal val="1+#ppt_h/2"/>
                                          </p:val>
                                        </p:tav>
                                        <p:tav tm="100000">
                                          <p:val>
                                            <p:strVal val="#ppt_y"/>
                                          </p:val>
                                        </p:tav>
                                      </p:tavLst>
                                    </p:anim>
                                  </p:childTnLst>
                                </p:cTn>
                              </p:par>
                            </p:childTnLst>
                          </p:cTn>
                        </p:par>
                      </p:childTnLst>
                    </p:cTn>
                  </p:par>
                  <p:par>
                    <p:cTn id="51" fill="hold">
                      <p:stCondLst>
                        <p:cond delay="indefinite"/>
                      </p:stCondLst>
                      <p:childTnLst>
                        <p:par>
                          <p:cTn id="52" fill="hold">
                            <p:stCondLst>
                              <p:cond delay="0"/>
                            </p:stCondLst>
                            <p:childTnLst>
                              <p:par>
                                <p:cTn id="53" presetID="2" presetClass="entr" presetSubtype="4" fill="hold" grpId="0" nodeType="clickEffect">
                                  <p:stCondLst>
                                    <p:cond delay="0"/>
                                  </p:stCondLst>
                                  <p:childTnLst>
                                    <p:set>
                                      <p:cBhvr>
                                        <p:cTn id="54" dur="1" fill="hold">
                                          <p:stCondLst>
                                            <p:cond delay="0"/>
                                          </p:stCondLst>
                                        </p:cTn>
                                        <p:tgtEl>
                                          <p:spTgt spid="103">
                                            <p:txEl>
                                              <p:pRg st="8" end="8"/>
                                            </p:txEl>
                                          </p:spTgt>
                                        </p:tgtEl>
                                        <p:attrNameLst>
                                          <p:attrName>style.visibility</p:attrName>
                                        </p:attrNameLst>
                                      </p:cBhvr>
                                      <p:to>
                                        <p:strVal val="visible"/>
                                      </p:to>
                                    </p:set>
                                    <p:anim calcmode="lin" valueType="num">
                                      <p:cBhvr additive="base">
                                        <p:cTn id="55" dur="500" fill="hold"/>
                                        <p:tgtEl>
                                          <p:spTgt spid="103">
                                            <p:txEl>
                                              <p:pRg st="8" end="8"/>
                                            </p:txEl>
                                          </p:spTgt>
                                        </p:tgtEl>
                                        <p:attrNameLst>
                                          <p:attrName>ppt_x</p:attrName>
                                        </p:attrNameLst>
                                      </p:cBhvr>
                                      <p:tavLst>
                                        <p:tav tm="0">
                                          <p:val>
                                            <p:strVal val="#ppt_x"/>
                                          </p:val>
                                        </p:tav>
                                        <p:tav tm="100000">
                                          <p:val>
                                            <p:strVal val="#ppt_x"/>
                                          </p:val>
                                        </p:tav>
                                      </p:tavLst>
                                    </p:anim>
                                    <p:anim calcmode="lin" valueType="num">
                                      <p:cBhvr additive="base">
                                        <p:cTn id="56" dur="500" fill="hold"/>
                                        <p:tgtEl>
                                          <p:spTgt spid="103">
                                            <p:txEl>
                                              <p:pRg st="8" end="8"/>
                                            </p:txEl>
                                          </p:spTgt>
                                        </p:tgtEl>
                                        <p:attrNameLst>
                                          <p:attrName>ppt_y</p:attrName>
                                        </p:attrNameLst>
                                      </p:cBhvr>
                                      <p:tavLst>
                                        <p:tav tm="0">
                                          <p:val>
                                            <p:strVal val="1+#ppt_h/2"/>
                                          </p:val>
                                        </p:tav>
                                        <p:tav tm="100000">
                                          <p:val>
                                            <p:strVal val="#ppt_y"/>
                                          </p:val>
                                        </p:tav>
                                      </p:tavLst>
                                    </p:anim>
                                  </p:childTnLst>
                                </p:cTn>
                              </p:par>
                            </p:childTnLst>
                          </p:cTn>
                        </p:par>
                      </p:childTnLst>
                    </p:cTn>
                  </p:par>
                  <p:par>
                    <p:cTn id="57" fill="hold">
                      <p:stCondLst>
                        <p:cond delay="indefinite"/>
                      </p:stCondLst>
                      <p:childTnLst>
                        <p:par>
                          <p:cTn id="58" fill="hold">
                            <p:stCondLst>
                              <p:cond delay="0"/>
                            </p:stCondLst>
                            <p:childTnLst>
                              <p:par>
                                <p:cTn id="59" presetID="2" presetClass="entr" presetSubtype="4" fill="hold" grpId="0" nodeType="clickEffect">
                                  <p:stCondLst>
                                    <p:cond delay="0"/>
                                  </p:stCondLst>
                                  <p:childTnLst>
                                    <p:set>
                                      <p:cBhvr>
                                        <p:cTn id="60" dur="1" fill="hold">
                                          <p:stCondLst>
                                            <p:cond delay="0"/>
                                          </p:stCondLst>
                                        </p:cTn>
                                        <p:tgtEl>
                                          <p:spTgt spid="103">
                                            <p:txEl>
                                              <p:pRg st="9" end="9"/>
                                            </p:txEl>
                                          </p:spTgt>
                                        </p:tgtEl>
                                        <p:attrNameLst>
                                          <p:attrName>style.visibility</p:attrName>
                                        </p:attrNameLst>
                                      </p:cBhvr>
                                      <p:to>
                                        <p:strVal val="visible"/>
                                      </p:to>
                                    </p:set>
                                    <p:anim calcmode="lin" valueType="num">
                                      <p:cBhvr additive="base">
                                        <p:cTn id="61" dur="500" fill="hold"/>
                                        <p:tgtEl>
                                          <p:spTgt spid="103">
                                            <p:txEl>
                                              <p:pRg st="9" end="9"/>
                                            </p:txEl>
                                          </p:spTgt>
                                        </p:tgtEl>
                                        <p:attrNameLst>
                                          <p:attrName>ppt_x</p:attrName>
                                        </p:attrNameLst>
                                      </p:cBhvr>
                                      <p:tavLst>
                                        <p:tav tm="0">
                                          <p:val>
                                            <p:strVal val="#ppt_x"/>
                                          </p:val>
                                        </p:tav>
                                        <p:tav tm="100000">
                                          <p:val>
                                            <p:strVal val="#ppt_x"/>
                                          </p:val>
                                        </p:tav>
                                      </p:tavLst>
                                    </p:anim>
                                    <p:anim calcmode="lin" valueType="num">
                                      <p:cBhvr additive="base">
                                        <p:cTn id="62" dur="500" fill="hold"/>
                                        <p:tgtEl>
                                          <p:spTgt spid="103">
                                            <p:txEl>
                                              <p:pRg st="9" end="9"/>
                                            </p:txEl>
                                          </p:spTgt>
                                        </p:tgtEl>
                                        <p:attrNameLst>
                                          <p:attrName>ppt_y</p:attrName>
                                        </p:attrNameLst>
                                      </p:cBhvr>
                                      <p:tavLst>
                                        <p:tav tm="0">
                                          <p:val>
                                            <p:strVal val="1+#ppt_h/2"/>
                                          </p:val>
                                        </p:tav>
                                        <p:tav tm="100000">
                                          <p:val>
                                            <p:strVal val="#ppt_y"/>
                                          </p:val>
                                        </p:tav>
                                      </p:tavLst>
                                    </p:anim>
                                  </p:childTnLst>
                                </p:cTn>
                              </p:par>
                            </p:childTnLst>
                          </p:cTn>
                        </p:par>
                      </p:childTnLst>
                    </p:cTn>
                  </p:par>
                  <p:par>
                    <p:cTn id="63" fill="hold">
                      <p:stCondLst>
                        <p:cond delay="indefinite"/>
                      </p:stCondLst>
                      <p:childTnLst>
                        <p:par>
                          <p:cTn id="64" fill="hold">
                            <p:stCondLst>
                              <p:cond delay="0"/>
                            </p:stCondLst>
                            <p:childTnLst>
                              <p:par>
                                <p:cTn id="65" presetID="2" presetClass="entr" presetSubtype="4" fill="hold" grpId="0" nodeType="clickEffect">
                                  <p:stCondLst>
                                    <p:cond delay="0"/>
                                  </p:stCondLst>
                                  <p:childTnLst>
                                    <p:set>
                                      <p:cBhvr>
                                        <p:cTn id="66" dur="1" fill="hold">
                                          <p:stCondLst>
                                            <p:cond delay="0"/>
                                          </p:stCondLst>
                                        </p:cTn>
                                        <p:tgtEl>
                                          <p:spTgt spid="103">
                                            <p:txEl>
                                              <p:pRg st="10" end="10"/>
                                            </p:txEl>
                                          </p:spTgt>
                                        </p:tgtEl>
                                        <p:attrNameLst>
                                          <p:attrName>style.visibility</p:attrName>
                                        </p:attrNameLst>
                                      </p:cBhvr>
                                      <p:to>
                                        <p:strVal val="visible"/>
                                      </p:to>
                                    </p:set>
                                    <p:anim calcmode="lin" valueType="num">
                                      <p:cBhvr additive="base">
                                        <p:cTn id="67" dur="500" fill="hold"/>
                                        <p:tgtEl>
                                          <p:spTgt spid="103">
                                            <p:txEl>
                                              <p:pRg st="10" end="10"/>
                                            </p:txEl>
                                          </p:spTgt>
                                        </p:tgtEl>
                                        <p:attrNameLst>
                                          <p:attrName>ppt_x</p:attrName>
                                        </p:attrNameLst>
                                      </p:cBhvr>
                                      <p:tavLst>
                                        <p:tav tm="0">
                                          <p:val>
                                            <p:strVal val="#ppt_x"/>
                                          </p:val>
                                        </p:tav>
                                        <p:tav tm="100000">
                                          <p:val>
                                            <p:strVal val="#ppt_x"/>
                                          </p:val>
                                        </p:tav>
                                      </p:tavLst>
                                    </p:anim>
                                    <p:anim calcmode="lin" valueType="num">
                                      <p:cBhvr additive="base">
                                        <p:cTn id="68" dur="500" fill="hold"/>
                                        <p:tgtEl>
                                          <p:spTgt spid="103">
                                            <p:txEl>
                                              <p:pRg st="10" end="10"/>
                                            </p:txEl>
                                          </p:spTgt>
                                        </p:tgtEl>
                                        <p:attrNameLst>
                                          <p:attrName>ppt_y</p:attrName>
                                        </p:attrNameLst>
                                      </p:cBhvr>
                                      <p:tavLst>
                                        <p:tav tm="0">
                                          <p:val>
                                            <p:strVal val="1+#ppt_h/2"/>
                                          </p:val>
                                        </p:tav>
                                        <p:tav tm="100000">
                                          <p:val>
                                            <p:strVal val="#ppt_y"/>
                                          </p:val>
                                        </p:tav>
                                      </p:tavLst>
                                    </p:anim>
                                  </p:childTnLst>
                                </p:cTn>
                              </p:par>
                            </p:childTnLst>
                          </p:cTn>
                        </p:par>
                      </p:childTnLst>
                    </p:cTn>
                  </p:par>
                  <p:par>
                    <p:cTn id="69" fill="hold">
                      <p:stCondLst>
                        <p:cond delay="indefinite"/>
                      </p:stCondLst>
                      <p:childTnLst>
                        <p:par>
                          <p:cTn id="70" fill="hold">
                            <p:stCondLst>
                              <p:cond delay="0"/>
                            </p:stCondLst>
                            <p:childTnLst>
                              <p:par>
                                <p:cTn id="71" presetID="2" presetClass="entr" presetSubtype="4" fill="hold" grpId="0" nodeType="clickEffect">
                                  <p:stCondLst>
                                    <p:cond delay="0"/>
                                  </p:stCondLst>
                                  <p:childTnLst>
                                    <p:set>
                                      <p:cBhvr>
                                        <p:cTn id="72" dur="1" fill="hold">
                                          <p:stCondLst>
                                            <p:cond delay="0"/>
                                          </p:stCondLst>
                                        </p:cTn>
                                        <p:tgtEl>
                                          <p:spTgt spid="103">
                                            <p:txEl>
                                              <p:pRg st="11" end="11"/>
                                            </p:txEl>
                                          </p:spTgt>
                                        </p:tgtEl>
                                        <p:attrNameLst>
                                          <p:attrName>style.visibility</p:attrName>
                                        </p:attrNameLst>
                                      </p:cBhvr>
                                      <p:to>
                                        <p:strVal val="visible"/>
                                      </p:to>
                                    </p:set>
                                    <p:anim calcmode="lin" valueType="num">
                                      <p:cBhvr additive="base">
                                        <p:cTn id="73" dur="500" fill="hold"/>
                                        <p:tgtEl>
                                          <p:spTgt spid="103">
                                            <p:txEl>
                                              <p:pRg st="11" end="11"/>
                                            </p:txEl>
                                          </p:spTgt>
                                        </p:tgtEl>
                                        <p:attrNameLst>
                                          <p:attrName>ppt_x</p:attrName>
                                        </p:attrNameLst>
                                      </p:cBhvr>
                                      <p:tavLst>
                                        <p:tav tm="0">
                                          <p:val>
                                            <p:strVal val="#ppt_x"/>
                                          </p:val>
                                        </p:tav>
                                        <p:tav tm="100000">
                                          <p:val>
                                            <p:strVal val="#ppt_x"/>
                                          </p:val>
                                        </p:tav>
                                      </p:tavLst>
                                    </p:anim>
                                    <p:anim calcmode="lin" valueType="num">
                                      <p:cBhvr additive="base">
                                        <p:cTn id="74" dur="500" fill="hold"/>
                                        <p:tgtEl>
                                          <p:spTgt spid="103">
                                            <p:txEl>
                                              <p:pRg st="11" end="11"/>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3" grpId="0" build="p"/>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07"/>
        <p:cNvGrpSpPr/>
        <p:nvPr/>
      </p:nvGrpSpPr>
      <p:grpSpPr>
        <a:xfrm>
          <a:off x="0" y="0"/>
          <a:ext cx="0" cy="0"/>
          <a:chOff x="0" y="0"/>
          <a:chExt cx="0" cy="0"/>
        </a:xfrm>
      </p:grpSpPr>
      <p:sp>
        <p:nvSpPr>
          <p:cNvPr id="109" name="Google Shape;109;p20"/>
          <p:cNvSpPr txBox="1">
            <a:spLocks noGrp="1"/>
          </p:cNvSpPr>
          <p:nvPr>
            <p:ph type="subTitle" idx="1"/>
          </p:nvPr>
        </p:nvSpPr>
        <p:spPr>
          <a:xfrm>
            <a:off x="533400" y="1371600"/>
            <a:ext cx="8153400" cy="4724400"/>
          </a:xfrm>
          <a:prstGeom prst="rect">
            <a:avLst/>
          </a:prstGeom>
          <a:noFill/>
          <a:ln>
            <a:noFill/>
          </a:ln>
        </p:spPr>
        <p:txBody>
          <a:bodyPr spcFirstLastPara="1" wrap="square" lIns="91425" tIns="45700" rIns="91425" bIns="45700" anchor="t" anchorCtr="0">
            <a:noAutofit/>
          </a:bodyPr>
          <a:lstStyle/>
          <a:p>
            <a:pPr marL="457200" lvl="0" indent="-431800" algn="l" rtl="0">
              <a:lnSpc>
                <a:spcPct val="100000"/>
              </a:lnSpc>
              <a:spcBef>
                <a:spcPts val="640"/>
              </a:spcBef>
              <a:spcAft>
                <a:spcPts val="0"/>
              </a:spcAft>
              <a:buSzPts val="3200"/>
              <a:buNone/>
            </a:pPr>
            <a:r>
              <a:rPr lang="en-US" sz="2000" b="1">
                <a:solidFill>
                  <a:schemeClr val="dk1"/>
                </a:solidFill>
                <a:latin typeface="Times New Roman"/>
                <a:ea typeface="Times New Roman"/>
                <a:cs typeface="Times New Roman"/>
                <a:sym typeface="Times New Roman"/>
              </a:rPr>
              <a:t>9. Home Automation</a:t>
            </a:r>
            <a:endParaRPr/>
          </a:p>
          <a:p>
            <a:pPr marL="914400" lvl="0" indent="-431800" algn="l" rtl="0">
              <a:lnSpc>
                <a:spcPct val="100000"/>
              </a:lnSpc>
              <a:spcBef>
                <a:spcPts val="640"/>
              </a:spcBef>
              <a:spcAft>
                <a:spcPts val="0"/>
              </a:spcAft>
              <a:buSzPts val="3200"/>
              <a:buNone/>
            </a:pPr>
            <a:r>
              <a:rPr lang="en-US" sz="2000" b="1">
                <a:solidFill>
                  <a:schemeClr val="dk1"/>
                </a:solidFill>
                <a:latin typeface="Times New Roman"/>
                <a:ea typeface="Times New Roman"/>
                <a:cs typeface="Times New Roman"/>
                <a:sym typeface="Times New Roman"/>
              </a:rPr>
              <a:t>Smart Devices:</a:t>
            </a:r>
            <a:r>
              <a:rPr lang="en-US" sz="2000">
                <a:solidFill>
                  <a:schemeClr val="dk1"/>
                </a:solidFill>
                <a:latin typeface="Times New Roman"/>
                <a:ea typeface="Times New Roman"/>
                <a:cs typeface="Times New Roman"/>
                <a:sym typeface="Times New Roman"/>
              </a:rPr>
              <a:t> Alexa, Google Home, smart thermostats.</a:t>
            </a:r>
            <a:endParaRPr/>
          </a:p>
          <a:p>
            <a:pPr marL="914400" lvl="0" indent="-431800" algn="l" rtl="0">
              <a:lnSpc>
                <a:spcPct val="100000"/>
              </a:lnSpc>
              <a:spcBef>
                <a:spcPts val="640"/>
              </a:spcBef>
              <a:spcAft>
                <a:spcPts val="0"/>
              </a:spcAft>
              <a:buSzPts val="3200"/>
              <a:buNone/>
            </a:pPr>
            <a:r>
              <a:rPr lang="en-US" sz="2000" b="1">
                <a:solidFill>
                  <a:schemeClr val="dk1"/>
                </a:solidFill>
                <a:latin typeface="Times New Roman"/>
                <a:ea typeface="Times New Roman"/>
                <a:cs typeface="Times New Roman"/>
                <a:sym typeface="Times New Roman"/>
              </a:rPr>
              <a:t>Security:</a:t>
            </a:r>
            <a:r>
              <a:rPr lang="en-US" sz="2000">
                <a:solidFill>
                  <a:schemeClr val="dk1"/>
                </a:solidFill>
                <a:latin typeface="Times New Roman"/>
                <a:ea typeface="Times New Roman"/>
                <a:cs typeface="Times New Roman"/>
                <a:sym typeface="Times New Roman"/>
              </a:rPr>
              <a:t> CCTV monitoring, smart locks.</a:t>
            </a:r>
            <a:endParaRPr/>
          </a:p>
          <a:p>
            <a:pPr marL="914400" lvl="0" indent="-431800" algn="l" rtl="0">
              <a:lnSpc>
                <a:spcPct val="100000"/>
              </a:lnSpc>
              <a:spcBef>
                <a:spcPts val="640"/>
              </a:spcBef>
              <a:spcAft>
                <a:spcPts val="0"/>
              </a:spcAft>
              <a:buSzPts val="3200"/>
              <a:buNone/>
            </a:pPr>
            <a:r>
              <a:rPr lang="en-US" sz="2000" b="1">
                <a:solidFill>
                  <a:schemeClr val="dk1"/>
                </a:solidFill>
                <a:latin typeface="Times New Roman"/>
                <a:ea typeface="Times New Roman"/>
                <a:cs typeface="Times New Roman"/>
                <a:sym typeface="Times New Roman"/>
              </a:rPr>
              <a:t>Appliance Control:</a:t>
            </a:r>
            <a:r>
              <a:rPr lang="en-US" sz="2000">
                <a:solidFill>
                  <a:schemeClr val="dk1"/>
                </a:solidFill>
                <a:latin typeface="Times New Roman"/>
                <a:ea typeface="Times New Roman"/>
                <a:cs typeface="Times New Roman"/>
                <a:sym typeface="Times New Roman"/>
              </a:rPr>
              <a:t> Smart ovens, washing machines.</a:t>
            </a:r>
            <a:endParaRPr/>
          </a:p>
          <a:p>
            <a:pPr marL="457200" lvl="0" indent="-431800" algn="l" rtl="0">
              <a:lnSpc>
                <a:spcPct val="100000"/>
              </a:lnSpc>
              <a:spcBef>
                <a:spcPts val="640"/>
              </a:spcBef>
              <a:spcAft>
                <a:spcPts val="0"/>
              </a:spcAft>
              <a:buSzPts val="3200"/>
              <a:buNone/>
            </a:pPr>
            <a:r>
              <a:rPr lang="en-US" sz="2000" b="1">
                <a:solidFill>
                  <a:schemeClr val="dk1"/>
                </a:solidFill>
                <a:latin typeface="Times New Roman"/>
                <a:ea typeface="Times New Roman"/>
                <a:cs typeface="Times New Roman"/>
                <a:sym typeface="Times New Roman"/>
              </a:rPr>
              <a:t>10. Creative Work</a:t>
            </a:r>
            <a:endParaRPr/>
          </a:p>
          <a:p>
            <a:pPr marL="914400" lvl="0" indent="-431800" algn="l" rtl="0">
              <a:lnSpc>
                <a:spcPct val="100000"/>
              </a:lnSpc>
              <a:spcBef>
                <a:spcPts val="640"/>
              </a:spcBef>
              <a:spcAft>
                <a:spcPts val="0"/>
              </a:spcAft>
              <a:buSzPts val="3200"/>
              <a:buNone/>
            </a:pPr>
            <a:r>
              <a:rPr lang="en-US" sz="2000" b="1">
                <a:solidFill>
                  <a:schemeClr val="dk1"/>
                </a:solidFill>
                <a:latin typeface="Times New Roman"/>
                <a:ea typeface="Times New Roman"/>
                <a:cs typeface="Times New Roman"/>
                <a:sym typeface="Times New Roman"/>
              </a:rPr>
              <a:t>Design &amp; Media Production:</a:t>
            </a:r>
            <a:r>
              <a:rPr lang="en-US" sz="2000">
                <a:solidFill>
                  <a:schemeClr val="dk1"/>
                </a:solidFill>
                <a:latin typeface="Times New Roman"/>
                <a:ea typeface="Times New Roman"/>
                <a:cs typeface="Times New Roman"/>
                <a:sym typeface="Times New Roman"/>
              </a:rPr>
              <a:t> Video editing, 3D modeling, animation.</a:t>
            </a:r>
            <a:endParaRPr/>
          </a:p>
          <a:p>
            <a:pPr marL="914400" lvl="0" indent="-431800" algn="l" rtl="0">
              <a:lnSpc>
                <a:spcPct val="100000"/>
              </a:lnSpc>
              <a:spcBef>
                <a:spcPts val="640"/>
              </a:spcBef>
              <a:spcAft>
                <a:spcPts val="0"/>
              </a:spcAft>
              <a:buSzPts val="3200"/>
              <a:buNone/>
            </a:pPr>
            <a:r>
              <a:rPr lang="en-US" sz="2000" b="1">
                <a:solidFill>
                  <a:schemeClr val="dk1"/>
                </a:solidFill>
                <a:latin typeface="Times New Roman"/>
                <a:ea typeface="Times New Roman"/>
                <a:cs typeface="Times New Roman"/>
                <a:sym typeface="Times New Roman"/>
              </a:rPr>
              <a:t>Writing &amp; Publishing:</a:t>
            </a:r>
            <a:r>
              <a:rPr lang="en-US" sz="2000">
                <a:solidFill>
                  <a:schemeClr val="dk1"/>
                </a:solidFill>
                <a:latin typeface="Times New Roman"/>
                <a:ea typeface="Times New Roman"/>
                <a:cs typeface="Times New Roman"/>
                <a:sym typeface="Times New Roman"/>
              </a:rPr>
              <a:t> Blogs, books, newsletters.</a:t>
            </a:r>
            <a:endParaRPr/>
          </a:p>
          <a:p>
            <a:pPr marL="914400" lvl="0" indent="-431800" algn="l" rtl="0">
              <a:lnSpc>
                <a:spcPct val="100000"/>
              </a:lnSpc>
              <a:spcBef>
                <a:spcPts val="640"/>
              </a:spcBef>
              <a:spcAft>
                <a:spcPts val="0"/>
              </a:spcAft>
              <a:buSzPts val="3200"/>
              <a:buNone/>
            </a:pPr>
            <a:r>
              <a:rPr lang="en-US" sz="2000" b="1">
                <a:solidFill>
                  <a:schemeClr val="dk1"/>
                </a:solidFill>
                <a:latin typeface="Times New Roman"/>
                <a:ea typeface="Times New Roman"/>
                <a:cs typeface="Times New Roman"/>
                <a:sym typeface="Times New Roman"/>
              </a:rPr>
              <a:t>Photography &amp; Image Editing.</a:t>
            </a:r>
            <a:endParaRPr sz="2000">
              <a:solidFill>
                <a:schemeClr val="dk1"/>
              </a:solidFill>
              <a:latin typeface="Times New Roman"/>
              <a:ea typeface="Times New Roman"/>
              <a:cs typeface="Times New Roman"/>
              <a:sym typeface="Times New Roman"/>
            </a:endParaRPr>
          </a:p>
          <a:p>
            <a:pPr marL="457200" lvl="0" indent="-431800" algn="l" rtl="0">
              <a:lnSpc>
                <a:spcPct val="100000"/>
              </a:lnSpc>
              <a:spcBef>
                <a:spcPts val="640"/>
              </a:spcBef>
              <a:spcAft>
                <a:spcPts val="0"/>
              </a:spcAft>
              <a:buSzPts val="3200"/>
              <a:buNone/>
            </a:pPr>
            <a:endParaRPr sz="2000">
              <a:solidFill>
                <a:schemeClr val="dk1"/>
              </a:solidFill>
              <a:latin typeface="Times New Roman"/>
              <a:ea typeface="Times New Roman"/>
              <a:cs typeface="Times New Roman"/>
              <a:sym typeface="Times New Roman"/>
            </a:endParaRPr>
          </a:p>
        </p:txBody>
      </p:sp>
      <p:sp>
        <p:nvSpPr>
          <p:cNvPr id="2" name="TextBox 1">
            <a:extLst>
              <a:ext uri="{FF2B5EF4-FFF2-40B4-BE49-F238E27FC236}">
                <a16:creationId xmlns:a16="http://schemas.microsoft.com/office/drawing/2014/main" id="{42DF0E55-6117-1062-6913-833DF21493D1}"/>
              </a:ext>
            </a:extLst>
          </p:cNvPr>
          <p:cNvSpPr txBox="1"/>
          <p:nvPr/>
        </p:nvSpPr>
        <p:spPr>
          <a:xfrm>
            <a:off x="416104" y="267353"/>
            <a:ext cx="4572000" cy="400110"/>
          </a:xfrm>
          <a:prstGeom prst="rect">
            <a:avLst/>
          </a:prstGeom>
          <a:noFill/>
        </p:spPr>
        <p:txBody>
          <a:bodyPr wrap="square">
            <a:spAutoFit/>
          </a:bodyPr>
          <a:lstStyle/>
          <a:p>
            <a:r>
              <a:rPr lang="en-US" sz="2000" b="1" dirty="0">
                <a:solidFill>
                  <a:schemeClr val="dk1"/>
                </a:solidFill>
                <a:latin typeface="Times New Roman"/>
                <a:ea typeface="Times New Roman"/>
                <a:cs typeface="Times New Roman"/>
                <a:sym typeface="Times New Roman"/>
              </a:rPr>
              <a:t>Applications of Computers</a:t>
            </a:r>
            <a:endParaRPr lang="en-IN" sz="20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09">
                                            <p:txEl>
                                              <p:pRg st="0" end="0"/>
                                            </p:txEl>
                                          </p:spTgt>
                                        </p:tgtEl>
                                        <p:attrNameLst>
                                          <p:attrName>style.visibility</p:attrName>
                                        </p:attrNameLst>
                                      </p:cBhvr>
                                      <p:to>
                                        <p:strVal val="visible"/>
                                      </p:to>
                                    </p:set>
                                    <p:anim calcmode="lin" valueType="num">
                                      <p:cBhvr additive="base">
                                        <p:cTn id="7" dur="500" fill="hold"/>
                                        <p:tgtEl>
                                          <p:spTgt spid="109">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09">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109">
                                            <p:txEl>
                                              <p:pRg st="1" end="1"/>
                                            </p:txEl>
                                          </p:spTgt>
                                        </p:tgtEl>
                                        <p:attrNameLst>
                                          <p:attrName>style.visibility</p:attrName>
                                        </p:attrNameLst>
                                      </p:cBhvr>
                                      <p:to>
                                        <p:strVal val="visible"/>
                                      </p:to>
                                    </p:set>
                                    <p:anim calcmode="lin" valueType="num">
                                      <p:cBhvr additive="base">
                                        <p:cTn id="13" dur="500" fill="hold"/>
                                        <p:tgtEl>
                                          <p:spTgt spid="109">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109">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109">
                                            <p:txEl>
                                              <p:pRg st="2" end="2"/>
                                            </p:txEl>
                                          </p:spTgt>
                                        </p:tgtEl>
                                        <p:attrNameLst>
                                          <p:attrName>style.visibility</p:attrName>
                                        </p:attrNameLst>
                                      </p:cBhvr>
                                      <p:to>
                                        <p:strVal val="visible"/>
                                      </p:to>
                                    </p:set>
                                    <p:anim calcmode="lin" valueType="num">
                                      <p:cBhvr additive="base">
                                        <p:cTn id="19" dur="500" fill="hold"/>
                                        <p:tgtEl>
                                          <p:spTgt spid="109">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109">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109">
                                            <p:txEl>
                                              <p:pRg st="3" end="3"/>
                                            </p:txEl>
                                          </p:spTgt>
                                        </p:tgtEl>
                                        <p:attrNameLst>
                                          <p:attrName>style.visibility</p:attrName>
                                        </p:attrNameLst>
                                      </p:cBhvr>
                                      <p:to>
                                        <p:strVal val="visible"/>
                                      </p:to>
                                    </p:set>
                                    <p:anim calcmode="lin" valueType="num">
                                      <p:cBhvr additive="base">
                                        <p:cTn id="25" dur="500" fill="hold"/>
                                        <p:tgtEl>
                                          <p:spTgt spid="109">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109">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109">
                                            <p:txEl>
                                              <p:pRg st="4" end="4"/>
                                            </p:txEl>
                                          </p:spTgt>
                                        </p:tgtEl>
                                        <p:attrNameLst>
                                          <p:attrName>style.visibility</p:attrName>
                                        </p:attrNameLst>
                                      </p:cBhvr>
                                      <p:to>
                                        <p:strVal val="visible"/>
                                      </p:to>
                                    </p:set>
                                    <p:anim calcmode="lin" valueType="num">
                                      <p:cBhvr additive="base">
                                        <p:cTn id="31" dur="500" fill="hold"/>
                                        <p:tgtEl>
                                          <p:spTgt spid="109">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109">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109">
                                            <p:txEl>
                                              <p:pRg st="5" end="5"/>
                                            </p:txEl>
                                          </p:spTgt>
                                        </p:tgtEl>
                                        <p:attrNameLst>
                                          <p:attrName>style.visibility</p:attrName>
                                        </p:attrNameLst>
                                      </p:cBhvr>
                                      <p:to>
                                        <p:strVal val="visible"/>
                                      </p:to>
                                    </p:set>
                                    <p:anim calcmode="lin" valueType="num">
                                      <p:cBhvr additive="base">
                                        <p:cTn id="37" dur="500" fill="hold"/>
                                        <p:tgtEl>
                                          <p:spTgt spid="109">
                                            <p:txEl>
                                              <p:pRg st="5" end="5"/>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109">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grpId="0" nodeType="clickEffect">
                                  <p:stCondLst>
                                    <p:cond delay="0"/>
                                  </p:stCondLst>
                                  <p:childTnLst>
                                    <p:set>
                                      <p:cBhvr>
                                        <p:cTn id="42" dur="1" fill="hold">
                                          <p:stCondLst>
                                            <p:cond delay="0"/>
                                          </p:stCondLst>
                                        </p:cTn>
                                        <p:tgtEl>
                                          <p:spTgt spid="109">
                                            <p:txEl>
                                              <p:pRg st="6" end="6"/>
                                            </p:txEl>
                                          </p:spTgt>
                                        </p:tgtEl>
                                        <p:attrNameLst>
                                          <p:attrName>style.visibility</p:attrName>
                                        </p:attrNameLst>
                                      </p:cBhvr>
                                      <p:to>
                                        <p:strVal val="visible"/>
                                      </p:to>
                                    </p:set>
                                    <p:anim calcmode="lin" valueType="num">
                                      <p:cBhvr additive="base">
                                        <p:cTn id="43" dur="500" fill="hold"/>
                                        <p:tgtEl>
                                          <p:spTgt spid="109">
                                            <p:txEl>
                                              <p:pRg st="6" end="6"/>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109">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4" fill="hold" grpId="0" nodeType="clickEffect">
                                  <p:stCondLst>
                                    <p:cond delay="0"/>
                                  </p:stCondLst>
                                  <p:childTnLst>
                                    <p:set>
                                      <p:cBhvr>
                                        <p:cTn id="48" dur="1" fill="hold">
                                          <p:stCondLst>
                                            <p:cond delay="0"/>
                                          </p:stCondLst>
                                        </p:cTn>
                                        <p:tgtEl>
                                          <p:spTgt spid="109">
                                            <p:txEl>
                                              <p:pRg st="7" end="7"/>
                                            </p:txEl>
                                          </p:spTgt>
                                        </p:tgtEl>
                                        <p:attrNameLst>
                                          <p:attrName>style.visibility</p:attrName>
                                        </p:attrNameLst>
                                      </p:cBhvr>
                                      <p:to>
                                        <p:strVal val="visible"/>
                                      </p:to>
                                    </p:set>
                                    <p:anim calcmode="lin" valueType="num">
                                      <p:cBhvr additive="base">
                                        <p:cTn id="49" dur="500" fill="hold"/>
                                        <p:tgtEl>
                                          <p:spTgt spid="109">
                                            <p:txEl>
                                              <p:pRg st="7" end="7"/>
                                            </p:txEl>
                                          </p:spTgt>
                                        </p:tgtEl>
                                        <p:attrNameLst>
                                          <p:attrName>ppt_x</p:attrName>
                                        </p:attrNameLst>
                                      </p:cBhvr>
                                      <p:tavLst>
                                        <p:tav tm="0">
                                          <p:val>
                                            <p:strVal val="#ppt_x"/>
                                          </p:val>
                                        </p:tav>
                                        <p:tav tm="100000">
                                          <p:val>
                                            <p:strVal val="#ppt_x"/>
                                          </p:val>
                                        </p:tav>
                                      </p:tavLst>
                                    </p:anim>
                                    <p:anim calcmode="lin" valueType="num">
                                      <p:cBhvr additive="base">
                                        <p:cTn id="50" dur="500" fill="hold"/>
                                        <p:tgtEl>
                                          <p:spTgt spid="109">
                                            <p:txEl>
                                              <p:pRg st="7" end="7"/>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9" grpId="0" build="p"/>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58">
          <a:extLst>
            <a:ext uri="{FF2B5EF4-FFF2-40B4-BE49-F238E27FC236}">
              <a16:creationId xmlns:a16="http://schemas.microsoft.com/office/drawing/2014/main" id="{1C0FC061-67AB-B221-3317-D7B29107C7D9}"/>
            </a:ext>
          </a:extLst>
        </p:cNvPr>
        <p:cNvGrpSpPr/>
        <p:nvPr/>
      </p:nvGrpSpPr>
      <p:grpSpPr>
        <a:xfrm>
          <a:off x="0" y="0"/>
          <a:ext cx="0" cy="0"/>
          <a:chOff x="0" y="0"/>
          <a:chExt cx="0" cy="0"/>
        </a:xfrm>
      </p:grpSpPr>
      <p:sp>
        <p:nvSpPr>
          <p:cNvPr id="59" name="Google Shape;59;p13">
            <a:extLst>
              <a:ext uri="{FF2B5EF4-FFF2-40B4-BE49-F238E27FC236}">
                <a16:creationId xmlns:a16="http://schemas.microsoft.com/office/drawing/2014/main" id="{91A1ED70-5683-4B62-0E9F-8D53760C059F}"/>
              </a:ext>
            </a:extLst>
          </p:cNvPr>
          <p:cNvSpPr txBox="1">
            <a:spLocks noGrp="1"/>
          </p:cNvSpPr>
          <p:nvPr>
            <p:ph type="ctrTitle"/>
          </p:nvPr>
        </p:nvSpPr>
        <p:spPr>
          <a:xfrm>
            <a:off x="0" y="1"/>
            <a:ext cx="5486400" cy="914400"/>
          </a:xfrm>
          <a:prstGeom prst="rect">
            <a:avLst/>
          </a:prstGeom>
          <a:noFill/>
          <a:ln>
            <a:noFill/>
          </a:ln>
        </p:spPr>
        <p:txBody>
          <a:bodyPr spcFirstLastPara="1" wrap="square" lIns="91425" tIns="45700" rIns="91425" bIns="45700" anchor="ctr" anchorCtr="0">
            <a:noAutofit/>
          </a:bodyPr>
          <a:lstStyle/>
          <a:p>
            <a:pPr algn="l"/>
            <a:r>
              <a:rPr lang="en-US" b="1" spc="-10" dirty="0">
                <a:solidFill>
                  <a:schemeClr val="tx1"/>
                </a:solidFill>
                <a:latin typeface="Calibri" panose="020F0502020204030204" pitchFamily="34" charset="0"/>
                <a:ea typeface="Calibri" panose="020F0502020204030204" pitchFamily="34" charset="0"/>
                <a:cs typeface="Calibri" panose="020F0502020204030204" pitchFamily="34" charset="0"/>
              </a:rPr>
              <a:t>Healthcare</a:t>
            </a:r>
            <a:endParaRPr b="1" dirty="0">
              <a:solidFill>
                <a:schemeClr val="tx1"/>
              </a:solidFill>
              <a:latin typeface="Calibri" panose="020F0502020204030204" pitchFamily="34" charset="0"/>
              <a:ea typeface="Calibri" panose="020F0502020204030204" pitchFamily="34" charset="0"/>
              <a:cs typeface="Calibri" panose="020F0502020204030204" pitchFamily="34" charset="0"/>
            </a:endParaRPr>
          </a:p>
        </p:txBody>
      </p:sp>
      <p:sp>
        <p:nvSpPr>
          <p:cNvPr id="60" name="Google Shape;60;p13">
            <a:extLst>
              <a:ext uri="{FF2B5EF4-FFF2-40B4-BE49-F238E27FC236}">
                <a16:creationId xmlns:a16="http://schemas.microsoft.com/office/drawing/2014/main" id="{1B801F7F-7D2E-2C98-9C57-59002ADF72DB}"/>
              </a:ext>
            </a:extLst>
          </p:cNvPr>
          <p:cNvSpPr txBox="1">
            <a:spLocks noGrp="1"/>
          </p:cNvSpPr>
          <p:nvPr>
            <p:ph type="subTitle" idx="1"/>
          </p:nvPr>
        </p:nvSpPr>
        <p:spPr>
          <a:xfrm>
            <a:off x="533400" y="1371600"/>
            <a:ext cx="8153400" cy="4724400"/>
          </a:xfrm>
          <a:prstGeom prst="rect">
            <a:avLst/>
          </a:prstGeom>
          <a:noFill/>
          <a:ln>
            <a:noFill/>
          </a:ln>
        </p:spPr>
        <p:txBody>
          <a:bodyPr spcFirstLastPara="1" wrap="square" lIns="91425" tIns="45700" rIns="91425" bIns="45700" anchor="t" anchorCtr="0">
            <a:noAutofit/>
          </a:bodyPr>
          <a:lstStyle/>
          <a:p>
            <a:pPr marL="469265" marR="5080" lvl="0" indent="-457200" algn="just" rtl="0">
              <a:lnSpc>
                <a:spcPct val="100000"/>
              </a:lnSpc>
              <a:spcBef>
                <a:spcPts val="640"/>
              </a:spcBef>
              <a:spcAft>
                <a:spcPts val="0"/>
              </a:spcAft>
              <a:buClr>
                <a:schemeClr val="dk1"/>
              </a:buClr>
              <a:buSzPts val="1200"/>
              <a:buFont typeface="Noto Sans Symbols"/>
              <a:buChar char="⮚"/>
            </a:pPr>
            <a:endParaRPr dirty="0">
              <a:latin typeface="Calibri" panose="020F0502020204030204" pitchFamily="34" charset="0"/>
              <a:ea typeface="Calibri" panose="020F0502020204030204" pitchFamily="34" charset="0"/>
              <a:cs typeface="Calibri" panose="020F0502020204030204" pitchFamily="34" charset="0"/>
            </a:endParaRPr>
          </a:p>
          <a:p>
            <a:pPr marL="482600" lvl="0" indent="-254000" algn="just" rtl="0">
              <a:lnSpc>
                <a:spcPct val="100000"/>
              </a:lnSpc>
              <a:spcBef>
                <a:spcPts val="640"/>
              </a:spcBef>
              <a:spcAft>
                <a:spcPts val="0"/>
              </a:spcAft>
              <a:buSzPts val="3200"/>
              <a:buFont typeface="Noto Sans Symbols"/>
              <a:buNone/>
            </a:pPr>
            <a:endParaRPr lang="en-US" sz="2000" dirty="0">
              <a:solidFill>
                <a:schemeClr val="dk1"/>
              </a:solidFill>
              <a:latin typeface="Calibri" panose="020F0502020204030204" pitchFamily="34" charset="0"/>
              <a:ea typeface="Calibri" panose="020F0502020204030204" pitchFamily="34" charset="0"/>
              <a:cs typeface="Calibri" panose="020F0502020204030204" pitchFamily="34" charset="0"/>
              <a:sym typeface="Times New Roman"/>
            </a:endParaRPr>
          </a:p>
        </p:txBody>
      </p:sp>
      <p:sp>
        <p:nvSpPr>
          <p:cNvPr id="3" name="TextBox 2">
            <a:extLst>
              <a:ext uri="{FF2B5EF4-FFF2-40B4-BE49-F238E27FC236}">
                <a16:creationId xmlns:a16="http://schemas.microsoft.com/office/drawing/2014/main" id="{554E1506-E515-3C8F-C519-607763E88570}"/>
              </a:ext>
            </a:extLst>
          </p:cNvPr>
          <p:cNvSpPr txBox="1"/>
          <p:nvPr/>
        </p:nvSpPr>
        <p:spPr>
          <a:xfrm>
            <a:off x="495300" y="914401"/>
            <a:ext cx="8153399" cy="5837495"/>
          </a:xfrm>
          <a:prstGeom prst="rect">
            <a:avLst/>
          </a:prstGeom>
          <a:noFill/>
        </p:spPr>
        <p:txBody>
          <a:bodyPr wrap="square">
            <a:spAutoFit/>
          </a:bodyPr>
          <a:lstStyle/>
          <a:p>
            <a:pPr marL="342900" lvl="0" indent="-342900" algn="just">
              <a:spcBef>
                <a:spcPts val="920"/>
              </a:spcBef>
              <a:buFont typeface="Wingdings" panose="05000000000000000000" pitchFamily="2" charset="2"/>
              <a:buChar char="§"/>
              <a:tabLst>
                <a:tab pos="390525" algn="l"/>
              </a:tabLst>
            </a:pPr>
            <a:r>
              <a:rPr lang="en-US" sz="2000" spc="-30" dirty="0">
                <a:effectLst/>
                <a:latin typeface="Calibri" panose="020F0502020204030204" pitchFamily="34" charset="0"/>
                <a:ea typeface="Calibri" panose="020F0502020204030204" pitchFamily="34" charset="0"/>
                <a:cs typeface="Calibri" panose="020F0502020204030204" pitchFamily="34" charset="0"/>
              </a:rPr>
              <a:t>A</a:t>
            </a:r>
            <a:r>
              <a:rPr lang="en-US" sz="2000" spc="-90" dirty="0">
                <a:effectLst/>
                <a:latin typeface="Calibri" panose="020F0502020204030204" pitchFamily="34" charset="0"/>
                <a:ea typeface="Calibri" panose="020F0502020204030204" pitchFamily="34" charset="0"/>
                <a:cs typeface="Calibri" panose="020F0502020204030204" pitchFamily="34" charset="0"/>
              </a:rPr>
              <a:t> </a:t>
            </a:r>
            <a:r>
              <a:rPr lang="en-US" sz="2000" spc="-30" dirty="0">
                <a:effectLst/>
                <a:latin typeface="Calibri" panose="020F0502020204030204" pitchFamily="34" charset="0"/>
                <a:ea typeface="Calibri" panose="020F0502020204030204" pitchFamily="34" charset="0"/>
                <a:cs typeface="Calibri" panose="020F0502020204030204" pitchFamily="34" charset="0"/>
              </a:rPr>
              <a:t>computer</a:t>
            </a:r>
            <a:r>
              <a:rPr lang="en-US" sz="2000" spc="-65" dirty="0">
                <a:effectLst/>
                <a:latin typeface="Calibri" panose="020F0502020204030204" pitchFamily="34" charset="0"/>
                <a:ea typeface="Calibri" panose="020F0502020204030204" pitchFamily="34" charset="0"/>
                <a:cs typeface="Calibri" panose="020F0502020204030204" pitchFamily="34" charset="0"/>
              </a:rPr>
              <a:t> </a:t>
            </a:r>
            <a:r>
              <a:rPr lang="en-US" sz="2000" spc="-30" dirty="0">
                <a:effectLst/>
                <a:latin typeface="Calibri" panose="020F0502020204030204" pitchFamily="34" charset="0"/>
                <a:ea typeface="Calibri" panose="020F0502020204030204" pitchFamily="34" charset="0"/>
                <a:cs typeface="Calibri" panose="020F0502020204030204" pitchFamily="34" charset="0"/>
              </a:rPr>
              <a:t>plays</a:t>
            </a:r>
            <a:r>
              <a:rPr lang="en-US" sz="2000" spc="-55" dirty="0">
                <a:effectLst/>
                <a:latin typeface="Calibri" panose="020F0502020204030204" pitchFamily="34" charset="0"/>
                <a:ea typeface="Calibri" panose="020F0502020204030204" pitchFamily="34" charset="0"/>
                <a:cs typeface="Calibri" panose="020F0502020204030204" pitchFamily="34" charset="0"/>
              </a:rPr>
              <a:t> </a:t>
            </a:r>
            <a:r>
              <a:rPr lang="en-US" sz="2000" spc="-30" dirty="0">
                <a:effectLst/>
                <a:latin typeface="Calibri" panose="020F0502020204030204" pitchFamily="34" charset="0"/>
                <a:ea typeface="Calibri" panose="020F0502020204030204" pitchFamily="34" charset="0"/>
                <a:cs typeface="Calibri" panose="020F0502020204030204" pitchFamily="34" charset="0"/>
              </a:rPr>
              <a:t>an</a:t>
            </a:r>
            <a:r>
              <a:rPr lang="en-US" sz="2000" spc="-85" dirty="0">
                <a:effectLst/>
                <a:latin typeface="Calibri" panose="020F0502020204030204" pitchFamily="34" charset="0"/>
                <a:ea typeface="Calibri" panose="020F0502020204030204" pitchFamily="34" charset="0"/>
                <a:cs typeface="Calibri" panose="020F0502020204030204" pitchFamily="34" charset="0"/>
              </a:rPr>
              <a:t> </a:t>
            </a:r>
            <a:r>
              <a:rPr lang="en-US" sz="2000" spc="-30" dirty="0">
                <a:effectLst/>
                <a:latin typeface="Calibri" panose="020F0502020204030204" pitchFamily="34" charset="0"/>
                <a:ea typeface="Calibri" panose="020F0502020204030204" pitchFamily="34" charset="0"/>
                <a:cs typeface="Calibri" panose="020F0502020204030204" pitchFamily="34" charset="0"/>
              </a:rPr>
              <a:t>important</a:t>
            </a:r>
            <a:r>
              <a:rPr lang="en-US" sz="2000" spc="5" dirty="0">
                <a:effectLst/>
                <a:latin typeface="Calibri" panose="020F0502020204030204" pitchFamily="34" charset="0"/>
                <a:ea typeface="Calibri" panose="020F0502020204030204" pitchFamily="34" charset="0"/>
                <a:cs typeface="Calibri" panose="020F0502020204030204" pitchFamily="34" charset="0"/>
              </a:rPr>
              <a:t> </a:t>
            </a:r>
            <a:r>
              <a:rPr lang="en-US" sz="2000" spc="-30" dirty="0">
                <a:effectLst/>
                <a:latin typeface="Calibri" panose="020F0502020204030204" pitchFamily="34" charset="0"/>
                <a:ea typeface="Calibri" panose="020F0502020204030204" pitchFamily="34" charset="0"/>
                <a:cs typeface="Calibri" panose="020F0502020204030204" pitchFamily="34" charset="0"/>
              </a:rPr>
              <a:t>role</a:t>
            </a:r>
            <a:r>
              <a:rPr lang="en-US" sz="2000" spc="-85" dirty="0">
                <a:effectLst/>
                <a:latin typeface="Calibri" panose="020F0502020204030204" pitchFamily="34" charset="0"/>
                <a:ea typeface="Calibri" panose="020F0502020204030204" pitchFamily="34" charset="0"/>
                <a:cs typeface="Calibri" panose="020F0502020204030204" pitchFamily="34" charset="0"/>
              </a:rPr>
              <a:t> </a:t>
            </a:r>
            <a:r>
              <a:rPr lang="en-US" sz="2000" spc="-30" dirty="0">
                <a:effectLst/>
                <a:latin typeface="Calibri" panose="020F0502020204030204" pitchFamily="34" charset="0"/>
                <a:ea typeface="Calibri" panose="020F0502020204030204" pitchFamily="34" charset="0"/>
                <a:cs typeface="Calibri" panose="020F0502020204030204" pitchFamily="34" charset="0"/>
              </a:rPr>
              <a:t>in</a:t>
            </a:r>
            <a:r>
              <a:rPr lang="en-US" sz="2000" spc="-85" dirty="0">
                <a:effectLst/>
                <a:latin typeface="Calibri" panose="020F0502020204030204" pitchFamily="34" charset="0"/>
                <a:ea typeface="Calibri" panose="020F0502020204030204" pitchFamily="34" charset="0"/>
                <a:cs typeface="Calibri" panose="020F0502020204030204" pitchFamily="34" charset="0"/>
              </a:rPr>
              <a:t> </a:t>
            </a:r>
            <a:r>
              <a:rPr lang="en-US" sz="2000" spc="-30" dirty="0">
                <a:effectLst/>
                <a:latin typeface="Calibri" panose="020F0502020204030204" pitchFamily="34" charset="0"/>
                <a:ea typeface="Calibri" panose="020F0502020204030204" pitchFamily="34" charset="0"/>
                <a:cs typeface="Calibri" panose="020F0502020204030204" pitchFamily="34" charset="0"/>
              </a:rPr>
              <a:t>the</a:t>
            </a:r>
            <a:r>
              <a:rPr lang="en-US" sz="2000" spc="-85" dirty="0">
                <a:effectLst/>
                <a:latin typeface="Calibri" panose="020F0502020204030204" pitchFamily="34" charset="0"/>
                <a:ea typeface="Calibri" panose="020F0502020204030204" pitchFamily="34" charset="0"/>
                <a:cs typeface="Calibri" panose="020F0502020204030204" pitchFamily="34" charset="0"/>
              </a:rPr>
              <a:t> </a:t>
            </a:r>
            <a:r>
              <a:rPr lang="en-US" sz="2000" spc="-30" dirty="0">
                <a:effectLst/>
                <a:latin typeface="Calibri" panose="020F0502020204030204" pitchFamily="34" charset="0"/>
                <a:ea typeface="Calibri" panose="020F0502020204030204" pitchFamily="34" charset="0"/>
                <a:cs typeface="Calibri" panose="020F0502020204030204" pitchFamily="34" charset="0"/>
              </a:rPr>
              <a:t>medical</a:t>
            </a:r>
            <a:r>
              <a:rPr lang="en-US" sz="2000" spc="-20" dirty="0">
                <a:effectLst/>
                <a:latin typeface="Calibri" panose="020F0502020204030204" pitchFamily="34" charset="0"/>
                <a:ea typeface="Calibri" panose="020F0502020204030204" pitchFamily="34" charset="0"/>
                <a:cs typeface="Calibri" panose="020F0502020204030204" pitchFamily="34" charset="0"/>
              </a:rPr>
              <a:t> </a:t>
            </a:r>
            <a:r>
              <a:rPr lang="en-US" sz="2000" spc="-30" dirty="0">
                <a:effectLst/>
                <a:latin typeface="Calibri" panose="020F0502020204030204" pitchFamily="34" charset="0"/>
                <a:ea typeface="Calibri" panose="020F0502020204030204" pitchFamily="34" charset="0"/>
                <a:cs typeface="Calibri" panose="020F0502020204030204" pitchFamily="34" charset="0"/>
              </a:rPr>
              <a:t>field</a:t>
            </a:r>
            <a:r>
              <a:rPr lang="en-US" sz="2000" spc="-45" dirty="0">
                <a:effectLst/>
                <a:latin typeface="Calibri" panose="020F0502020204030204" pitchFamily="34" charset="0"/>
                <a:ea typeface="Calibri" panose="020F0502020204030204" pitchFamily="34" charset="0"/>
                <a:cs typeface="Calibri" panose="020F0502020204030204" pitchFamily="34" charset="0"/>
              </a:rPr>
              <a:t> </a:t>
            </a:r>
            <a:r>
              <a:rPr lang="en-US" sz="2000" spc="-30" dirty="0">
                <a:effectLst/>
                <a:latin typeface="Calibri" panose="020F0502020204030204" pitchFamily="34" charset="0"/>
                <a:ea typeface="Calibri" panose="020F0502020204030204" pitchFamily="34" charset="0"/>
                <a:cs typeface="Calibri" panose="020F0502020204030204" pitchFamily="34" charset="0"/>
              </a:rPr>
              <a:t>also.</a:t>
            </a:r>
            <a:endParaRPr lang="en-IN" sz="1050" spc="0" dirty="0">
              <a:effectLst/>
              <a:latin typeface="Calibri" panose="020F0502020204030204" pitchFamily="34" charset="0"/>
              <a:ea typeface="Calibri" panose="020F0502020204030204" pitchFamily="34" charset="0"/>
              <a:cs typeface="Calibri" panose="020F0502020204030204" pitchFamily="34" charset="0"/>
            </a:endParaRPr>
          </a:p>
          <a:p>
            <a:pPr marL="342900" marR="315595" lvl="0" indent="-342900" algn="just">
              <a:spcBef>
                <a:spcPts val="640"/>
              </a:spcBef>
              <a:buFont typeface="Wingdings" panose="05000000000000000000" pitchFamily="2" charset="2"/>
              <a:buChar char="§"/>
              <a:tabLst>
                <a:tab pos="388620" algn="l"/>
              </a:tabLst>
            </a:pPr>
            <a:r>
              <a:rPr lang="en-US" sz="2000" spc="0" dirty="0">
                <a:effectLst/>
                <a:latin typeface="Calibri" panose="020F0502020204030204" pitchFamily="34" charset="0"/>
                <a:ea typeface="Calibri" panose="020F0502020204030204" pitchFamily="34" charset="0"/>
                <a:cs typeface="Calibri" panose="020F0502020204030204" pitchFamily="34" charset="0"/>
              </a:rPr>
              <a:t>For</a:t>
            </a:r>
            <a:r>
              <a:rPr lang="en-US" sz="2000" spc="-50" dirty="0">
                <a:effectLst/>
                <a:latin typeface="Calibri" panose="020F0502020204030204" pitchFamily="34" charset="0"/>
                <a:ea typeface="Calibri" panose="020F0502020204030204" pitchFamily="34" charset="0"/>
                <a:cs typeface="Calibri" panose="020F0502020204030204" pitchFamily="34" charset="0"/>
              </a:rPr>
              <a:t> </a:t>
            </a:r>
            <a:r>
              <a:rPr lang="en-US" sz="2000" spc="0" dirty="0">
                <a:effectLst/>
                <a:latin typeface="Calibri" panose="020F0502020204030204" pitchFamily="34" charset="0"/>
                <a:ea typeface="Calibri" panose="020F0502020204030204" pitchFamily="34" charset="0"/>
                <a:cs typeface="Calibri" panose="020F0502020204030204" pitchFamily="34" charset="0"/>
              </a:rPr>
              <a:t>example in</a:t>
            </a:r>
            <a:r>
              <a:rPr lang="en-US" sz="2000" spc="-80" dirty="0">
                <a:effectLst/>
                <a:latin typeface="Calibri" panose="020F0502020204030204" pitchFamily="34" charset="0"/>
                <a:ea typeface="Calibri" panose="020F0502020204030204" pitchFamily="34" charset="0"/>
                <a:cs typeface="Calibri" panose="020F0502020204030204" pitchFamily="34" charset="0"/>
              </a:rPr>
              <a:t> </a:t>
            </a:r>
            <a:r>
              <a:rPr lang="en-US" sz="2000" spc="0" dirty="0">
                <a:effectLst/>
                <a:latin typeface="Calibri" panose="020F0502020204030204" pitchFamily="34" charset="0"/>
                <a:ea typeface="Calibri" panose="020F0502020204030204" pitchFamily="34" charset="0"/>
                <a:cs typeface="Calibri" panose="020F0502020204030204" pitchFamily="34" charset="0"/>
              </a:rPr>
              <a:t>the</a:t>
            </a:r>
            <a:r>
              <a:rPr lang="en-US" sz="2000" spc="-50" dirty="0">
                <a:effectLst/>
                <a:latin typeface="Calibri" panose="020F0502020204030204" pitchFamily="34" charset="0"/>
                <a:ea typeface="Calibri" panose="020F0502020204030204" pitchFamily="34" charset="0"/>
                <a:cs typeface="Calibri" panose="020F0502020204030204" pitchFamily="34" charset="0"/>
              </a:rPr>
              <a:t> </a:t>
            </a:r>
            <a:r>
              <a:rPr lang="en-US" sz="2000" spc="0" dirty="0">
                <a:effectLst/>
                <a:latin typeface="Calibri" panose="020F0502020204030204" pitchFamily="34" charset="0"/>
                <a:ea typeface="Calibri" panose="020F0502020204030204" pitchFamily="34" charset="0"/>
                <a:cs typeface="Calibri" panose="020F0502020204030204" pitchFamily="34" charset="0"/>
              </a:rPr>
              <a:t>Intensive Care</a:t>
            </a:r>
            <a:r>
              <a:rPr lang="en-US" sz="2000" spc="-35" dirty="0">
                <a:effectLst/>
                <a:latin typeface="Calibri" panose="020F0502020204030204" pitchFamily="34" charset="0"/>
                <a:ea typeface="Calibri" panose="020F0502020204030204" pitchFamily="34" charset="0"/>
                <a:cs typeface="Calibri" panose="020F0502020204030204" pitchFamily="34" charset="0"/>
              </a:rPr>
              <a:t> </a:t>
            </a:r>
            <a:r>
              <a:rPr lang="en-US" sz="2000" spc="0" dirty="0">
                <a:effectLst/>
                <a:latin typeface="Calibri" panose="020F0502020204030204" pitchFamily="34" charset="0"/>
                <a:ea typeface="Calibri" panose="020F0502020204030204" pitchFamily="34" charset="0"/>
                <a:cs typeface="Calibri" panose="020F0502020204030204" pitchFamily="34" charset="0"/>
              </a:rPr>
              <a:t>Unit</a:t>
            </a:r>
            <a:r>
              <a:rPr lang="en-US" sz="2000" spc="-45" dirty="0">
                <a:effectLst/>
                <a:latin typeface="Calibri" panose="020F0502020204030204" pitchFamily="34" charset="0"/>
                <a:ea typeface="Calibri" panose="020F0502020204030204" pitchFamily="34" charset="0"/>
                <a:cs typeface="Calibri" panose="020F0502020204030204" pitchFamily="34" charset="0"/>
              </a:rPr>
              <a:t> </a:t>
            </a:r>
            <a:r>
              <a:rPr lang="en-US" sz="2000" spc="0" dirty="0">
                <a:effectLst/>
                <a:latin typeface="Calibri" panose="020F0502020204030204" pitchFamily="34" charset="0"/>
                <a:ea typeface="Calibri" panose="020F0502020204030204" pitchFamily="34" charset="0"/>
                <a:cs typeface="Calibri" panose="020F0502020204030204" pitchFamily="34" charset="0"/>
              </a:rPr>
              <a:t>(ICU)</a:t>
            </a:r>
            <a:r>
              <a:rPr lang="en-US" sz="2000" spc="-50" dirty="0">
                <a:effectLst/>
                <a:latin typeface="Calibri" panose="020F0502020204030204" pitchFamily="34" charset="0"/>
                <a:ea typeface="Calibri" panose="020F0502020204030204" pitchFamily="34" charset="0"/>
                <a:cs typeface="Calibri" panose="020F0502020204030204" pitchFamily="34" charset="0"/>
              </a:rPr>
              <a:t> </a:t>
            </a:r>
            <a:r>
              <a:rPr lang="en-US" sz="2000" spc="0" dirty="0">
                <a:effectLst/>
                <a:latin typeface="Calibri" panose="020F0502020204030204" pitchFamily="34" charset="0"/>
                <a:ea typeface="Calibri" panose="020F0502020204030204" pitchFamily="34" charset="0"/>
                <a:cs typeface="Calibri" panose="020F0502020204030204" pitchFamily="34" charset="0"/>
              </a:rPr>
              <a:t>in</a:t>
            </a:r>
            <a:r>
              <a:rPr lang="en-US" sz="2000" spc="-65" dirty="0">
                <a:effectLst/>
                <a:latin typeface="Calibri" panose="020F0502020204030204" pitchFamily="34" charset="0"/>
                <a:ea typeface="Calibri" panose="020F0502020204030204" pitchFamily="34" charset="0"/>
                <a:cs typeface="Calibri" panose="020F0502020204030204" pitchFamily="34" charset="0"/>
              </a:rPr>
              <a:t> </a:t>
            </a:r>
            <a:r>
              <a:rPr lang="en-US" sz="2000" spc="0" dirty="0">
                <a:effectLst/>
                <a:latin typeface="Calibri" panose="020F0502020204030204" pitchFamily="34" charset="0"/>
                <a:ea typeface="Calibri" panose="020F0502020204030204" pitchFamily="34" charset="0"/>
                <a:cs typeface="Calibri" panose="020F0502020204030204" pitchFamily="34" charset="0"/>
              </a:rPr>
              <a:t>the</a:t>
            </a:r>
            <a:r>
              <a:rPr lang="en-US" sz="2000" spc="-50" dirty="0">
                <a:effectLst/>
                <a:latin typeface="Calibri" panose="020F0502020204030204" pitchFamily="34" charset="0"/>
                <a:ea typeface="Calibri" panose="020F0502020204030204" pitchFamily="34" charset="0"/>
                <a:cs typeface="Calibri" panose="020F0502020204030204" pitchFamily="34" charset="0"/>
              </a:rPr>
              <a:t> </a:t>
            </a:r>
            <a:r>
              <a:rPr lang="en-US" sz="2000" spc="0" dirty="0">
                <a:effectLst/>
                <a:latin typeface="Calibri" panose="020F0502020204030204" pitchFamily="34" charset="0"/>
                <a:ea typeface="Calibri" panose="020F0502020204030204" pitchFamily="34" charset="0"/>
                <a:cs typeface="Calibri" panose="020F0502020204030204" pitchFamily="34" charset="0"/>
              </a:rPr>
              <a:t>hospital, the</a:t>
            </a:r>
            <a:r>
              <a:rPr lang="en-US" sz="2000" spc="-40" dirty="0">
                <a:effectLst/>
                <a:latin typeface="Calibri" panose="020F0502020204030204" pitchFamily="34" charset="0"/>
                <a:ea typeface="Calibri" panose="020F0502020204030204" pitchFamily="34" charset="0"/>
                <a:cs typeface="Calibri" panose="020F0502020204030204" pitchFamily="34" charset="0"/>
              </a:rPr>
              <a:t> </a:t>
            </a:r>
            <a:r>
              <a:rPr lang="en-US" sz="2000" spc="0" dirty="0">
                <a:effectLst/>
                <a:latin typeface="Calibri" panose="020F0502020204030204" pitchFamily="34" charset="0"/>
                <a:ea typeface="Calibri" panose="020F0502020204030204" pitchFamily="34" charset="0"/>
                <a:cs typeface="Calibri" panose="020F0502020204030204" pitchFamily="34" charset="0"/>
              </a:rPr>
              <a:t>computer keeps track of everything going inside the patient's body such as blood pressure and heartbeat, etc.</a:t>
            </a:r>
            <a:endParaRPr lang="en-IN" sz="1050" dirty="0">
              <a:latin typeface="Calibri" panose="020F0502020204030204" pitchFamily="34" charset="0"/>
              <a:ea typeface="Calibri" panose="020F0502020204030204" pitchFamily="34" charset="0"/>
              <a:cs typeface="Calibri" panose="020F0502020204030204" pitchFamily="34" charset="0"/>
            </a:endParaRPr>
          </a:p>
          <a:p>
            <a:pPr marL="342900" marR="315595" lvl="0" indent="-342900" algn="just">
              <a:spcBef>
                <a:spcPts val="640"/>
              </a:spcBef>
              <a:buFont typeface="Wingdings" panose="05000000000000000000" pitchFamily="2" charset="2"/>
              <a:buChar char="§"/>
              <a:tabLst>
                <a:tab pos="388620" algn="l"/>
              </a:tabLst>
            </a:pPr>
            <a:r>
              <a:rPr lang="en-US" sz="2000" spc="-20" dirty="0">
                <a:effectLst/>
                <a:latin typeface="Calibri" panose="020F0502020204030204" pitchFamily="34" charset="0"/>
                <a:ea typeface="Calibri" panose="020F0502020204030204" pitchFamily="34" charset="0"/>
                <a:cs typeface="Calibri" panose="020F0502020204030204" pitchFamily="34" charset="0"/>
              </a:rPr>
              <a:t>Keeping</a:t>
            </a:r>
            <a:r>
              <a:rPr lang="en-US" sz="2000" dirty="0">
                <a:effectLst/>
                <a:latin typeface="Calibri" panose="020F0502020204030204" pitchFamily="34" charset="0"/>
                <a:ea typeface="Calibri" panose="020F0502020204030204" pitchFamily="34" charset="0"/>
                <a:cs typeface="Calibri" panose="020F0502020204030204" pitchFamily="34" charset="0"/>
              </a:rPr>
              <a:t> </a:t>
            </a:r>
            <a:r>
              <a:rPr lang="en-US" sz="2000" spc="-20" dirty="0">
                <a:effectLst/>
                <a:latin typeface="Calibri" panose="020F0502020204030204" pitchFamily="34" charset="0"/>
                <a:ea typeface="Calibri" panose="020F0502020204030204" pitchFamily="34" charset="0"/>
                <a:cs typeface="Calibri" panose="020F0502020204030204" pitchFamily="34" charset="0"/>
              </a:rPr>
              <a:t>a</a:t>
            </a:r>
            <a:r>
              <a:rPr lang="en-US" sz="2000" spc="-100" dirty="0">
                <a:effectLst/>
                <a:latin typeface="Calibri" panose="020F0502020204030204" pitchFamily="34" charset="0"/>
                <a:ea typeface="Calibri" panose="020F0502020204030204" pitchFamily="34" charset="0"/>
                <a:cs typeface="Calibri" panose="020F0502020204030204" pitchFamily="34" charset="0"/>
              </a:rPr>
              <a:t> </a:t>
            </a:r>
            <a:r>
              <a:rPr lang="en-US" sz="2000" spc="-20" dirty="0">
                <a:effectLst/>
                <a:latin typeface="Calibri" panose="020F0502020204030204" pitchFamily="34" charset="0"/>
                <a:ea typeface="Calibri" panose="020F0502020204030204" pitchFamily="34" charset="0"/>
                <a:cs typeface="Calibri" panose="020F0502020204030204" pitchFamily="34" charset="0"/>
              </a:rPr>
              <a:t>record</a:t>
            </a:r>
            <a:r>
              <a:rPr lang="en-US" sz="2000" dirty="0">
                <a:effectLst/>
                <a:latin typeface="Calibri" panose="020F0502020204030204" pitchFamily="34" charset="0"/>
                <a:ea typeface="Calibri" panose="020F0502020204030204" pitchFamily="34" charset="0"/>
                <a:cs typeface="Calibri" panose="020F0502020204030204" pitchFamily="34" charset="0"/>
              </a:rPr>
              <a:t> </a:t>
            </a:r>
            <a:r>
              <a:rPr lang="en-US" sz="2000" spc="-20" dirty="0">
                <a:effectLst/>
                <a:latin typeface="Calibri" panose="020F0502020204030204" pitchFamily="34" charset="0"/>
                <a:ea typeface="Calibri" panose="020F0502020204030204" pitchFamily="34" charset="0"/>
                <a:cs typeface="Calibri" panose="020F0502020204030204" pitchFamily="34" charset="0"/>
              </a:rPr>
              <a:t>of</a:t>
            </a:r>
            <a:r>
              <a:rPr lang="en-US" sz="2000" spc="-55" dirty="0">
                <a:effectLst/>
                <a:latin typeface="Calibri" panose="020F0502020204030204" pitchFamily="34" charset="0"/>
                <a:ea typeface="Calibri" panose="020F0502020204030204" pitchFamily="34" charset="0"/>
                <a:cs typeface="Calibri" panose="020F0502020204030204" pitchFamily="34" charset="0"/>
              </a:rPr>
              <a:t> </a:t>
            </a:r>
            <a:r>
              <a:rPr lang="en-US" sz="2000" spc="-20" dirty="0">
                <a:effectLst/>
                <a:latin typeface="Calibri" panose="020F0502020204030204" pitchFamily="34" charset="0"/>
                <a:ea typeface="Calibri" panose="020F0502020204030204" pitchFamily="34" charset="0"/>
                <a:cs typeface="Calibri" panose="020F0502020204030204" pitchFamily="34" charset="0"/>
              </a:rPr>
              <a:t>patients and</a:t>
            </a:r>
            <a:r>
              <a:rPr lang="en-US" sz="2000" spc="-35" dirty="0">
                <a:effectLst/>
                <a:latin typeface="Calibri" panose="020F0502020204030204" pitchFamily="34" charset="0"/>
                <a:ea typeface="Calibri" panose="020F0502020204030204" pitchFamily="34" charset="0"/>
                <a:cs typeface="Calibri" panose="020F0502020204030204" pitchFamily="34" charset="0"/>
              </a:rPr>
              <a:t> </a:t>
            </a:r>
            <a:r>
              <a:rPr lang="en-US" sz="2000" spc="-20" dirty="0">
                <a:effectLst/>
                <a:latin typeface="Calibri" panose="020F0502020204030204" pitchFamily="34" charset="0"/>
                <a:ea typeface="Calibri" panose="020F0502020204030204" pitchFamily="34" charset="0"/>
                <a:cs typeface="Calibri" panose="020F0502020204030204" pitchFamily="34" charset="0"/>
              </a:rPr>
              <a:t>medicines</a:t>
            </a:r>
            <a:r>
              <a:rPr lang="en-US" sz="2000" dirty="0">
                <a:effectLst/>
                <a:latin typeface="Calibri" panose="020F0502020204030204" pitchFamily="34" charset="0"/>
                <a:ea typeface="Calibri" panose="020F0502020204030204" pitchFamily="34" charset="0"/>
                <a:cs typeface="Calibri" panose="020F0502020204030204" pitchFamily="34" charset="0"/>
              </a:rPr>
              <a:t> </a:t>
            </a:r>
            <a:r>
              <a:rPr lang="en-US" sz="2000" spc="-20" dirty="0">
                <a:effectLst/>
                <a:latin typeface="Calibri" panose="020F0502020204030204" pitchFamily="34" charset="0"/>
                <a:ea typeface="Calibri" panose="020F0502020204030204" pitchFamily="34" charset="0"/>
                <a:cs typeface="Calibri" panose="020F0502020204030204" pitchFamily="34" charset="0"/>
              </a:rPr>
              <a:t>also</a:t>
            </a:r>
            <a:r>
              <a:rPr lang="en-US" sz="2000" spc="-70" dirty="0">
                <a:effectLst/>
                <a:latin typeface="Calibri" panose="020F0502020204030204" pitchFamily="34" charset="0"/>
                <a:ea typeface="Calibri" panose="020F0502020204030204" pitchFamily="34" charset="0"/>
                <a:cs typeface="Calibri" panose="020F0502020204030204" pitchFamily="34" charset="0"/>
              </a:rPr>
              <a:t> </a:t>
            </a:r>
            <a:r>
              <a:rPr lang="en-US" sz="2000" spc="-20" dirty="0">
                <a:effectLst/>
                <a:latin typeface="Calibri" panose="020F0502020204030204" pitchFamily="34" charset="0"/>
                <a:ea typeface="Calibri" panose="020F0502020204030204" pitchFamily="34" charset="0"/>
                <a:cs typeface="Calibri" panose="020F0502020204030204" pitchFamily="34" charset="0"/>
              </a:rPr>
              <a:t>becomes easy</a:t>
            </a:r>
            <a:r>
              <a:rPr lang="en-US" sz="2000" spc="-25" dirty="0">
                <a:effectLst/>
                <a:latin typeface="Calibri" panose="020F0502020204030204" pitchFamily="34" charset="0"/>
                <a:ea typeface="Calibri" panose="020F0502020204030204" pitchFamily="34" charset="0"/>
                <a:cs typeface="Calibri" panose="020F0502020204030204" pitchFamily="34" charset="0"/>
              </a:rPr>
              <a:t> </a:t>
            </a:r>
            <a:r>
              <a:rPr lang="en-US" sz="2000" spc="-20" dirty="0">
                <a:effectLst/>
                <a:latin typeface="Calibri" panose="020F0502020204030204" pitchFamily="34" charset="0"/>
                <a:ea typeface="Calibri" panose="020F0502020204030204" pitchFamily="34" charset="0"/>
                <a:cs typeface="Calibri" panose="020F0502020204030204" pitchFamily="34" charset="0"/>
              </a:rPr>
              <a:t>through</a:t>
            </a:r>
            <a:r>
              <a:rPr lang="en-US" sz="2000" spc="-30" dirty="0">
                <a:effectLst/>
                <a:latin typeface="Calibri" panose="020F0502020204030204" pitchFamily="34" charset="0"/>
                <a:ea typeface="Calibri" panose="020F0502020204030204" pitchFamily="34" charset="0"/>
                <a:cs typeface="Calibri" panose="020F0502020204030204" pitchFamily="34" charset="0"/>
              </a:rPr>
              <a:t> </a:t>
            </a:r>
            <a:r>
              <a:rPr lang="en-US" sz="2000" spc="-20" dirty="0">
                <a:effectLst/>
                <a:latin typeface="Calibri" panose="020F0502020204030204" pitchFamily="34" charset="0"/>
                <a:ea typeface="Calibri" panose="020F0502020204030204" pitchFamily="34" charset="0"/>
                <a:cs typeface="Calibri" panose="020F0502020204030204" pitchFamily="34" charset="0"/>
              </a:rPr>
              <a:t>the</a:t>
            </a:r>
            <a:r>
              <a:rPr lang="en-US" sz="2000" spc="-40" dirty="0">
                <a:effectLst/>
                <a:latin typeface="Calibri" panose="020F0502020204030204" pitchFamily="34" charset="0"/>
                <a:ea typeface="Calibri" panose="020F0502020204030204" pitchFamily="34" charset="0"/>
                <a:cs typeface="Calibri" panose="020F0502020204030204" pitchFamily="34" charset="0"/>
              </a:rPr>
              <a:t> </a:t>
            </a:r>
            <a:r>
              <a:rPr lang="en-US" sz="2000" spc="-20" dirty="0">
                <a:effectLst/>
                <a:latin typeface="Calibri" panose="020F0502020204030204" pitchFamily="34" charset="0"/>
                <a:ea typeface="Calibri" panose="020F0502020204030204" pitchFamily="34" charset="0"/>
                <a:cs typeface="Calibri" panose="020F0502020204030204" pitchFamily="34" charset="0"/>
              </a:rPr>
              <a:t>use</a:t>
            </a:r>
            <a:r>
              <a:rPr lang="en-US" sz="2000" spc="-30" dirty="0">
                <a:effectLst/>
                <a:latin typeface="Calibri" panose="020F0502020204030204" pitchFamily="34" charset="0"/>
                <a:ea typeface="Calibri" panose="020F0502020204030204" pitchFamily="34" charset="0"/>
                <a:cs typeface="Calibri" panose="020F0502020204030204" pitchFamily="34" charset="0"/>
              </a:rPr>
              <a:t> </a:t>
            </a:r>
            <a:r>
              <a:rPr lang="en-US" sz="2000" spc="-20" dirty="0">
                <a:effectLst/>
                <a:latin typeface="Calibri" panose="020F0502020204030204" pitchFamily="34" charset="0"/>
                <a:ea typeface="Calibri" panose="020F0502020204030204" pitchFamily="34" charset="0"/>
                <a:cs typeface="Calibri" panose="020F0502020204030204" pitchFamily="34" charset="0"/>
              </a:rPr>
              <a:t>of </a:t>
            </a:r>
            <a:r>
              <a:rPr lang="en-US" sz="2000" dirty="0">
                <a:effectLst/>
                <a:latin typeface="Calibri" panose="020F0502020204030204" pitchFamily="34" charset="0"/>
                <a:ea typeface="Calibri" panose="020F0502020204030204" pitchFamily="34" charset="0"/>
                <a:cs typeface="Calibri" panose="020F0502020204030204" pitchFamily="34" charset="0"/>
              </a:rPr>
              <a:t>the</a:t>
            </a:r>
            <a:r>
              <a:rPr lang="en-US" sz="2000" spc="-40" dirty="0">
                <a:effectLst/>
                <a:latin typeface="Calibri" panose="020F0502020204030204" pitchFamily="34" charset="0"/>
                <a:ea typeface="Calibri" panose="020F0502020204030204" pitchFamily="34" charset="0"/>
                <a:cs typeface="Calibri" panose="020F0502020204030204" pitchFamily="34" charset="0"/>
              </a:rPr>
              <a:t> </a:t>
            </a:r>
            <a:r>
              <a:rPr lang="en-US" sz="2000" dirty="0">
                <a:effectLst/>
                <a:latin typeface="Calibri" panose="020F0502020204030204" pitchFamily="34" charset="0"/>
                <a:ea typeface="Calibri" panose="020F0502020204030204" pitchFamily="34" charset="0"/>
                <a:cs typeface="Calibri" panose="020F0502020204030204" pitchFamily="34" charset="0"/>
              </a:rPr>
              <a:t>computer.</a:t>
            </a:r>
            <a:endParaRPr lang="en-IN" sz="1050" dirty="0">
              <a:latin typeface="Calibri" panose="020F0502020204030204" pitchFamily="34" charset="0"/>
              <a:ea typeface="Calibri" panose="020F0502020204030204" pitchFamily="34" charset="0"/>
              <a:cs typeface="Calibri" panose="020F0502020204030204" pitchFamily="34" charset="0"/>
            </a:endParaRPr>
          </a:p>
          <a:p>
            <a:pPr marL="342900" marR="315595" lvl="0" indent="-342900" algn="just">
              <a:spcBef>
                <a:spcPts val="640"/>
              </a:spcBef>
              <a:buFont typeface="Wingdings" panose="05000000000000000000" pitchFamily="2" charset="2"/>
              <a:buChar char="§"/>
              <a:tabLst>
                <a:tab pos="388620" algn="l"/>
              </a:tabLst>
            </a:pPr>
            <a:r>
              <a:rPr lang="en-US" sz="2000" b="1" i="1" dirty="0">
                <a:effectLst/>
                <a:latin typeface="Calibri" panose="020F0502020204030204" pitchFamily="34" charset="0"/>
                <a:ea typeface="Calibri" panose="020F0502020204030204" pitchFamily="34" charset="0"/>
                <a:cs typeface="Calibri" panose="020F0502020204030204" pitchFamily="34" charset="0"/>
              </a:rPr>
              <a:t>Diagnostic</a:t>
            </a:r>
            <a:r>
              <a:rPr lang="en-US" sz="2000" b="1" i="1" spc="60" dirty="0">
                <a:effectLst/>
                <a:latin typeface="Calibri" panose="020F0502020204030204" pitchFamily="34" charset="0"/>
                <a:ea typeface="Calibri" panose="020F0502020204030204" pitchFamily="34" charset="0"/>
                <a:cs typeface="Calibri" panose="020F0502020204030204" pitchFamily="34" charset="0"/>
              </a:rPr>
              <a:t> </a:t>
            </a:r>
            <a:r>
              <a:rPr lang="en-US" sz="2000" b="1" i="1" dirty="0">
                <a:effectLst/>
                <a:latin typeface="Calibri" panose="020F0502020204030204" pitchFamily="34" charset="0"/>
                <a:ea typeface="Calibri" panose="020F0502020204030204" pitchFamily="34" charset="0"/>
                <a:cs typeface="Calibri" panose="020F0502020204030204" pitchFamily="34" charset="0"/>
              </a:rPr>
              <a:t>System</a:t>
            </a:r>
            <a:r>
              <a:rPr lang="en-US" sz="2000" b="1" i="1" spc="-15" dirty="0">
                <a:effectLst/>
                <a:latin typeface="Calibri" panose="020F0502020204030204" pitchFamily="34" charset="0"/>
                <a:ea typeface="Calibri" panose="020F0502020204030204" pitchFamily="34" charset="0"/>
                <a:cs typeface="Calibri" panose="020F0502020204030204" pitchFamily="34" charset="0"/>
              </a:rPr>
              <a:t> </a:t>
            </a:r>
            <a:r>
              <a:rPr lang="en-US" sz="2000" dirty="0">
                <a:effectLst/>
                <a:latin typeface="Calibri" panose="020F0502020204030204" pitchFamily="34" charset="0"/>
                <a:ea typeface="Calibri" panose="020F0502020204030204" pitchFamily="34" charset="0"/>
                <a:cs typeface="Calibri" panose="020F0502020204030204" pitchFamily="34" charset="0"/>
              </a:rPr>
              <a:t>—</a:t>
            </a:r>
            <a:r>
              <a:rPr lang="en-US" sz="2000" spc="5" dirty="0">
                <a:effectLst/>
                <a:latin typeface="Calibri" panose="020F0502020204030204" pitchFamily="34" charset="0"/>
                <a:ea typeface="Calibri" panose="020F0502020204030204" pitchFamily="34" charset="0"/>
                <a:cs typeface="Calibri" panose="020F0502020204030204" pitchFamily="34" charset="0"/>
              </a:rPr>
              <a:t> </a:t>
            </a:r>
            <a:r>
              <a:rPr lang="en-US" sz="2000" dirty="0">
                <a:effectLst/>
                <a:latin typeface="Calibri" panose="020F0502020204030204" pitchFamily="34" charset="0"/>
                <a:ea typeface="Calibri" panose="020F0502020204030204" pitchFamily="34" charset="0"/>
                <a:cs typeface="Calibri" panose="020F0502020204030204" pitchFamily="34" charset="0"/>
              </a:rPr>
              <a:t>The</a:t>
            </a:r>
            <a:r>
              <a:rPr lang="en-US" sz="2000" spc="-10" dirty="0">
                <a:effectLst/>
                <a:latin typeface="Calibri" panose="020F0502020204030204" pitchFamily="34" charset="0"/>
                <a:ea typeface="Calibri" panose="020F0502020204030204" pitchFamily="34" charset="0"/>
                <a:cs typeface="Calibri" panose="020F0502020204030204" pitchFamily="34" charset="0"/>
              </a:rPr>
              <a:t> </a:t>
            </a:r>
            <a:r>
              <a:rPr lang="en-US" sz="2000" dirty="0">
                <a:effectLst/>
                <a:latin typeface="Calibri" panose="020F0502020204030204" pitchFamily="34" charset="0"/>
                <a:ea typeface="Calibri" panose="020F0502020204030204" pitchFamily="34" charset="0"/>
                <a:cs typeface="Calibri" panose="020F0502020204030204" pitchFamily="34" charset="0"/>
              </a:rPr>
              <a:t>computer</a:t>
            </a:r>
            <a:r>
              <a:rPr lang="en-US" sz="2000" spc="-5" dirty="0">
                <a:effectLst/>
                <a:latin typeface="Calibri" panose="020F0502020204030204" pitchFamily="34" charset="0"/>
                <a:ea typeface="Calibri" panose="020F0502020204030204" pitchFamily="34" charset="0"/>
                <a:cs typeface="Calibri" panose="020F0502020204030204" pitchFamily="34" charset="0"/>
              </a:rPr>
              <a:t> </a:t>
            </a:r>
            <a:r>
              <a:rPr lang="en-US" sz="2000" dirty="0">
                <a:effectLst/>
                <a:latin typeface="Calibri" panose="020F0502020204030204" pitchFamily="34" charset="0"/>
                <a:ea typeface="Calibri" panose="020F0502020204030204" pitchFamily="34" charset="0"/>
                <a:cs typeface="Calibri" panose="020F0502020204030204" pitchFamily="34" charset="0"/>
              </a:rPr>
              <a:t>is</a:t>
            </a:r>
            <a:r>
              <a:rPr lang="en-US" sz="2000" spc="-25" dirty="0">
                <a:effectLst/>
                <a:latin typeface="Calibri" panose="020F0502020204030204" pitchFamily="34" charset="0"/>
                <a:ea typeface="Calibri" panose="020F0502020204030204" pitchFamily="34" charset="0"/>
                <a:cs typeface="Calibri" panose="020F0502020204030204" pitchFamily="34" charset="0"/>
              </a:rPr>
              <a:t> </a:t>
            </a:r>
            <a:r>
              <a:rPr lang="en-US" sz="2000" dirty="0">
                <a:effectLst/>
                <a:latin typeface="Calibri" panose="020F0502020204030204" pitchFamily="34" charset="0"/>
                <a:ea typeface="Calibri" panose="020F0502020204030204" pitchFamily="34" charset="0"/>
                <a:cs typeface="Calibri" panose="020F0502020204030204" pitchFamily="34" charset="0"/>
              </a:rPr>
              <a:t>used to</a:t>
            </a:r>
            <a:r>
              <a:rPr lang="en-US" sz="2000" spc="-30" dirty="0">
                <a:effectLst/>
                <a:latin typeface="Calibri" panose="020F0502020204030204" pitchFamily="34" charset="0"/>
                <a:ea typeface="Calibri" panose="020F0502020204030204" pitchFamily="34" charset="0"/>
                <a:cs typeface="Calibri" panose="020F0502020204030204" pitchFamily="34" charset="0"/>
              </a:rPr>
              <a:t> </a:t>
            </a:r>
            <a:r>
              <a:rPr lang="en-US" sz="2000" dirty="0">
                <a:effectLst/>
                <a:latin typeface="Calibri" panose="020F0502020204030204" pitchFamily="34" charset="0"/>
                <a:ea typeface="Calibri" panose="020F0502020204030204" pitchFamily="34" charset="0"/>
                <a:cs typeface="Calibri" panose="020F0502020204030204" pitchFamily="34" charset="0"/>
              </a:rPr>
              <a:t>collect</a:t>
            </a:r>
            <a:r>
              <a:rPr lang="en-US" sz="2000" spc="5" dirty="0">
                <a:effectLst/>
                <a:latin typeface="Calibri" panose="020F0502020204030204" pitchFamily="34" charset="0"/>
                <a:ea typeface="Calibri" panose="020F0502020204030204" pitchFamily="34" charset="0"/>
                <a:cs typeface="Calibri" panose="020F0502020204030204" pitchFamily="34" charset="0"/>
              </a:rPr>
              <a:t> </a:t>
            </a:r>
            <a:r>
              <a:rPr lang="en-US" sz="2000" dirty="0">
                <a:effectLst/>
                <a:latin typeface="Calibri" panose="020F0502020204030204" pitchFamily="34" charset="0"/>
                <a:ea typeface="Calibri" panose="020F0502020204030204" pitchFamily="34" charset="0"/>
                <a:cs typeface="Calibri" panose="020F0502020204030204" pitchFamily="34" charset="0"/>
              </a:rPr>
              <a:t>data</a:t>
            </a:r>
            <a:r>
              <a:rPr lang="en-US" sz="2000" spc="-15" dirty="0">
                <a:effectLst/>
                <a:latin typeface="Calibri" panose="020F0502020204030204" pitchFamily="34" charset="0"/>
                <a:ea typeface="Calibri" panose="020F0502020204030204" pitchFamily="34" charset="0"/>
                <a:cs typeface="Calibri" panose="020F0502020204030204" pitchFamily="34" charset="0"/>
              </a:rPr>
              <a:t> </a:t>
            </a:r>
            <a:r>
              <a:rPr lang="en-US" sz="2000" dirty="0">
                <a:effectLst/>
                <a:latin typeface="Calibri" panose="020F0502020204030204" pitchFamily="34" charset="0"/>
                <a:ea typeface="Calibri" panose="020F0502020204030204" pitchFamily="34" charset="0"/>
                <a:cs typeface="Calibri" panose="020F0502020204030204" pitchFamily="34" charset="0"/>
              </a:rPr>
              <a:t>and</a:t>
            </a:r>
            <a:r>
              <a:rPr lang="en-US" sz="2000" spc="-5" dirty="0">
                <a:effectLst/>
                <a:latin typeface="Calibri" panose="020F0502020204030204" pitchFamily="34" charset="0"/>
                <a:ea typeface="Calibri" panose="020F0502020204030204" pitchFamily="34" charset="0"/>
                <a:cs typeface="Calibri" panose="020F0502020204030204" pitchFamily="34" charset="0"/>
              </a:rPr>
              <a:t> </a:t>
            </a:r>
            <a:r>
              <a:rPr lang="en-US" sz="2000" dirty="0">
                <a:effectLst/>
                <a:latin typeface="Calibri" panose="020F0502020204030204" pitchFamily="34" charset="0"/>
                <a:ea typeface="Calibri" panose="020F0502020204030204" pitchFamily="34" charset="0"/>
                <a:cs typeface="Calibri" panose="020F0502020204030204" pitchFamily="34" charset="0"/>
              </a:rPr>
              <a:t>identify</a:t>
            </a:r>
            <a:r>
              <a:rPr lang="en-US" sz="2000" spc="10" dirty="0">
                <a:effectLst/>
                <a:latin typeface="Calibri" panose="020F0502020204030204" pitchFamily="34" charset="0"/>
                <a:ea typeface="Calibri" panose="020F0502020204030204" pitchFamily="34" charset="0"/>
                <a:cs typeface="Calibri" panose="020F0502020204030204" pitchFamily="34" charset="0"/>
              </a:rPr>
              <a:t> </a:t>
            </a:r>
            <a:r>
              <a:rPr lang="en-US" sz="2000" dirty="0">
                <a:effectLst/>
                <a:latin typeface="Calibri" panose="020F0502020204030204" pitchFamily="34" charset="0"/>
                <a:ea typeface="Calibri" panose="020F0502020204030204" pitchFamily="34" charset="0"/>
                <a:cs typeface="Calibri" panose="020F0502020204030204" pitchFamily="34" charset="0"/>
              </a:rPr>
              <a:t>the</a:t>
            </a:r>
            <a:r>
              <a:rPr lang="en-US" sz="2000" spc="-25" dirty="0">
                <a:effectLst/>
                <a:latin typeface="Calibri" panose="020F0502020204030204" pitchFamily="34" charset="0"/>
                <a:ea typeface="Calibri" panose="020F0502020204030204" pitchFamily="34" charset="0"/>
                <a:cs typeface="Calibri" panose="020F0502020204030204" pitchFamily="34" charset="0"/>
              </a:rPr>
              <a:t> </a:t>
            </a:r>
            <a:r>
              <a:rPr lang="en-US" sz="2000" dirty="0">
                <a:effectLst/>
                <a:latin typeface="Calibri" panose="020F0502020204030204" pitchFamily="34" charset="0"/>
                <a:ea typeface="Calibri" panose="020F0502020204030204" pitchFamily="34" charset="0"/>
                <a:cs typeface="Calibri" panose="020F0502020204030204" pitchFamily="34" charset="0"/>
              </a:rPr>
              <a:t>cause</a:t>
            </a:r>
            <a:r>
              <a:rPr lang="en-US" sz="2000" spc="20" dirty="0">
                <a:effectLst/>
                <a:latin typeface="Calibri" panose="020F0502020204030204" pitchFamily="34" charset="0"/>
                <a:ea typeface="Calibri" panose="020F0502020204030204" pitchFamily="34" charset="0"/>
                <a:cs typeface="Calibri" panose="020F0502020204030204" pitchFamily="34" charset="0"/>
              </a:rPr>
              <a:t> </a:t>
            </a:r>
            <a:r>
              <a:rPr lang="en-US" sz="2000" spc="-25" dirty="0">
                <a:effectLst/>
                <a:latin typeface="Calibri" panose="020F0502020204030204" pitchFamily="34" charset="0"/>
                <a:ea typeface="Calibri" panose="020F0502020204030204" pitchFamily="34" charset="0"/>
                <a:cs typeface="Calibri" panose="020F0502020204030204" pitchFamily="34" charset="0"/>
              </a:rPr>
              <a:t>of</a:t>
            </a:r>
            <a:r>
              <a:rPr lang="en-IN" sz="2000" spc="-25" dirty="0">
                <a:latin typeface="Calibri" panose="020F0502020204030204" pitchFamily="34" charset="0"/>
                <a:ea typeface="Calibri" panose="020F0502020204030204" pitchFamily="34" charset="0"/>
                <a:cs typeface="Calibri" panose="020F0502020204030204" pitchFamily="34" charset="0"/>
              </a:rPr>
              <a:t> </a:t>
            </a:r>
            <a:r>
              <a:rPr lang="en-US" sz="2000" dirty="0">
                <a:effectLst/>
                <a:latin typeface="Calibri" panose="020F0502020204030204" pitchFamily="34" charset="0"/>
                <a:ea typeface="Calibri" panose="020F0502020204030204" pitchFamily="34" charset="0"/>
                <a:cs typeface="Calibri" panose="020F0502020204030204" pitchFamily="34" charset="0"/>
              </a:rPr>
              <a:t>disease</a:t>
            </a:r>
            <a:r>
              <a:rPr lang="en-US" sz="2000" spc="215" dirty="0">
                <a:effectLst/>
                <a:latin typeface="Calibri" panose="020F0502020204030204" pitchFamily="34" charset="0"/>
                <a:ea typeface="Calibri" panose="020F0502020204030204" pitchFamily="34" charset="0"/>
                <a:cs typeface="Calibri" panose="020F0502020204030204" pitchFamily="34" charset="0"/>
              </a:rPr>
              <a:t> </a:t>
            </a:r>
            <a:r>
              <a:rPr lang="en-US" sz="2000" dirty="0">
                <a:effectLst/>
                <a:latin typeface="Calibri" panose="020F0502020204030204" pitchFamily="34" charset="0"/>
                <a:ea typeface="Calibri" panose="020F0502020204030204" pitchFamily="34" charset="0"/>
                <a:cs typeface="Calibri" panose="020F0502020204030204" pitchFamily="34" charset="0"/>
              </a:rPr>
              <a:t>and</a:t>
            </a:r>
            <a:r>
              <a:rPr lang="en-US" sz="2000" spc="160" dirty="0">
                <a:effectLst/>
                <a:latin typeface="Calibri" panose="020F0502020204030204" pitchFamily="34" charset="0"/>
                <a:ea typeface="Calibri" panose="020F0502020204030204" pitchFamily="34" charset="0"/>
                <a:cs typeface="Calibri" panose="020F0502020204030204" pitchFamily="34" charset="0"/>
              </a:rPr>
              <a:t> </a:t>
            </a:r>
            <a:r>
              <a:rPr lang="en-US" sz="2000" spc="-10" dirty="0">
                <a:effectLst/>
                <a:latin typeface="Calibri" panose="020F0502020204030204" pitchFamily="34" charset="0"/>
                <a:ea typeface="Calibri" panose="020F0502020204030204" pitchFamily="34" charset="0"/>
                <a:cs typeface="Calibri" panose="020F0502020204030204" pitchFamily="34" charset="0"/>
              </a:rPr>
              <a:t>illness.</a:t>
            </a:r>
            <a:endParaRPr lang="en-IN" sz="2000" spc="-10" dirty="0">
              <a:latin typeface="Calibri" panose="020F0502020204030204" pitchFamily="34" charset="0"/>
              <a:ea typeface="Calibri" panose="020F0502020204030204" pitchFamily="34" charset="0"/>
              <a:cs typeface="Calibri" panose="020F0502020204030204" pitchFamily="34" charset="0"/>
            </a:endParaRPr>
          </a:p>
          <a:p>
            <a:pPr marL="342900" marR="315595" lvl="0" indent="-342900" algn="just">
              <a:spcBef>
                <a:spcPts val="640"/>
              </a:spcBef>
              <a:buFont typeface="Wingdings" panose="05000000000000000000" pitchFamily="2" charset="2"/>
              <a:buChar char="§"/>
              <a:tabLst>
                <a:tab pos="388620" algn="l"/>
              </a:tabLst>
            </a:pPr>
            <a:r>
              <a:rPr lang="en-US" sz="2000" b="1" i="1" dirty="0">
                <a:effectLst/>
                <a:latin typeface="Calibri" panose="020F0502020204030204" pitchFamily="34" charset="0"/>
                <a:ea typeface="Calibri" panose="020F0502020204030204" pitchFamily="34" charset="0"/>
                <a:cs typeface="Calibri" panose="020F0502020204030204" pitchFamily="34" charset="0"/>
              </a:rPr>
              <a:t>Lab-diagnostic</a:t>
            </a:r>
            <a:r>
              <a:rPr lang="en-US" sz="2000" b="1" i="1" spc="265" dirty="0">
                <a:effectLst/>
                <a:latin typeface="Calibri" panose="020F0502020204030204" pitchFamily="34" charset="0"/>
                <a:ea typeface="Calibri" panose="020F0502020204030204" pitchFamily="34" charset="0"/>
                <a:cs typeface="Calibri" panose="020F0502020204030204" pitchFamily="34" charset="0"/>
              </a:rPr>
              <a:t> </a:t>
            </a:r>
            <a:r>
              <a:rPr lang="en-US" sz="2000" b="1" i="1" dirty="0">
                <a:effectLst/>
                <a:latin typeface="Calibri" panose="020F0502020204030204" pitchFamily="34" charset="0"/>
                <a:ea typeface="Calibri" panose="020F0502020204030204" pitchFamily="34" charset="0"/>
                <a:cs typeface="Calibri" panose="020F0502020204030204" pitchFamily="34" charset="0"/>
              </a:rPr>
              <a:t>System</a:t>
            </a:r>
            <a:r>
              <a:rPr lang="en-US" sz="2000" b="1" i="1" spc="250" dirty="0">
                <a:effectLst/>
                <a:latin typeface="Calibri" panose="020F0502020204030204" pitchFamily="34" charset="0"/>
                <a:ea typeface="Calibri" panose="020F0502020204030204" pitchFamily="34" charset="0"/>
                <a:cs typeface="Calibri" panose="020F0502020204030204" pitchFamily="34" charset="0"/>
              </a:rPr>
              <a:t> </a:t>
            </a:r>
            <a:r>
              <a:rPr lang="en-US" sz="2000" dirty="0">
                <a:effectLst/>
                <a:latin typeface="Calibri" panose="020F0502020204030204" pitchFamily="34" charset="0"/>
                <a:ea typeface="Calibri" panose="020F0502020204030204" pitchFamily="34" charset="0"/>
                <a:cs typeface="Calibri" panose="020F0502020204030204" pitchFamily="34" charset="0"/>
              </a:rPr>
              <a:t>—</a:t>
            </a:r>
            <a:r>
              <a:rPr lang="en-US" sz="2000" spc="305" dirty="0">
                <a:effectLst/>
                <a:latin typeface="Calibri" panose="020F0502020204030204" pitchFamily="34" charset="0"/>
                <a:ea typeface="Calibri" panose="020F0502020204030204" pitchFamily="34" charset="0"/>
                <a:cs typeface="Calibri" panose="020F0502020204030204" pitchFamily="34" charset="0"/>
              </a:rPr>
              <a:t> </a:t>
            </a:r>
            <a:r>
              <a:rPr lang="en-US" sz="2000" dirty="0">
                <a:effectLst/>
                <a:latin typeface="Calibri" panose="020F0502020204030204" pitchFamily="34" charset="0"/>
                <a:ea typeface="Calibri" panose="020F0502020204030204" pitchFamily="34" charset="0"/>
                <a:cs typeface="Calibri" panose="020F0502020204030204" pitchFamily="34" charset="0"/>
              </a:rPr>
              <a:t>All</a:t>
            </a:r>
            <a:r>
              <a:rPr lang="en-US" sz="2000" spc="245" dirty="0">
                <a:effectLst/>
                <a:latin typeface="Calibri" panose="020F0502020204030204" pitchFamily="34" charset="0"/>
                <a:ea typeface="Calibri" panose="020F0502020204030204" pitchFamily="34" charset="0"/>
                <a:cs typeface="Calibri" panose="020F0502020204030204" pitchFamily="34" charset="0"/>
              </a:rPr>
              <a:t> </a:t>
            </a:r>
            <a:r>
              <a:rPr lang="en-US" sz="2000" dirty="0">
                <a:effectLst/>
                <a:latin typeface="Calibri" panose="020F0502020204030204" pitchFamily="34" charset="0"/>
                <a:ea typeface="Calibri" panose="020F0502020204030204" pitchFamily="34" charset="0"/>
                <a:cs typeface="Calibri" panose="020F0502020204030204" pitchFamily="34" charset="0"/>
              </a:rPr>
              <a:t>tests</a:t>
            </a:r>
            <a:r>
              <a:rPr lang="en-US" sz="2000" spc="275" dirty="0">
                <a:effectLst/>
                <a:latin typeface="Calibri" panose="020F0502020204030204" pitchFamily="34" charset="0"/>
                <a:ea typeface="Calibri" panose="020F0502020204030204" pitchFamily="34" charset="0"/>
                <a:cs typeface="Calibri" panose="020F0502020204030204" pitchFamily="34" charset="0"/>
              </a:rPr>
              <a:t> </a:t>
            </a:r>
            <a:r>
              <a:rPr lang="en-US" sz="2000" dirty="0">
                <a:effectLst/>
                <a:latin typeface="Calibri" panose="020F0502020204030204" pitchFamily="34" charset="0"/>
                <a:ea typeface="Calibri" panose="020F0502020204030204" pitchFamily="34" charset="0"/>
                <a:cs typeface="Calibri" panose="020F0502020204030204" pitchFamily="34" charset="0"/>
              </a:rPr>
              <a:t>can</a:t>
            </a:r>
            <a:r>
              <a:rPr lang="en-US" sz="2000" spc="225" dirty="0">
                <a:effectLst/>
                <a:latin typeface="Calibri" panose="020F0502020204030204" pitchFamily="34" charset="0"/>
                <a:ea typeface="Calibri" panose="020F0502020204030204" pitchFamily="34" charset="0"/>
                <a:cs typeface="Calibri" panose="020F0502020204030204" pitchFamily="34" charset="0"/>
              </a:rPr>
              <a:t> </a:t>
            </a:r>
            <a:r>
              <a:rPr lang="en-US" sz="2000" dirty="0">
                <a:effectLst/>
                <a:latin typeface="Calibri" panose="020F0502020204030204" pitchFamily="34" charset="0"/>
                <a:ea typeface="Calibri" panose="020F0502020204030204" pitchFamily="34" charset="0"/>
                <a:cs typeface="Calibri" panose="020F0502020204030204" pitchFamily="34" charset="0"/>
              </a:rPr>
              <a:t>be</a:t>
            </a:r>
            <a:r>
              <a:rPr lang="en-US" sz="2000" spc="240" dirty="0">
                <a:effectLst/>
                <a:latin typeface="Calibri" panose="020F0502020204030204" pitchFamily="34" charset="0"/>
                <a:ea typeface="Calibri" panose="020F0502020204030204" pitchFamily="34" charset="0"/>
                <a:cs typeface="Calibri" panose="020F0502020204030204" pitchFamily="34" charset="0"/>
              </a:rPr>
              <a:t> </a:t>
            </a:r>
            <a:r>
              <a:rPr lang="en-US" sz="2000" dirty="0">
                <a:effectLst/>
                <a:latin typeface="Calibri" panose="020F0502020204030204" pitchFamily="34" charset="0"/>
                <a:ea typeface="Calibri" panose="020F0502020204030204" pitchFamily="34" charset="0"/>
                <a:cs typeface="Calibri" panose="020F0502020204030204" pitchFamily="34" charset="0"/>
              </a:rPr>
              <a:t>done</a:t>
            </a:r>
            <a:r>
              <a:rPr lang="en-US" sz="2000" spc="305" dirty="0">
                <a:effectLst/>
                <a:latin typeface="Calibri" panose="020F0502020204030204" pitchFamily="34" charset="0"/>
                <a:ea typeface="Calibri" panose="020F0502020204030204" pitchFamily="34" charset="0"/>
                <a:cs typeface="Calibri" panose="020F0502020204030204" pitchFamily="34" charset="0"/>
              </a:rPr>
              <a:t> </a:t>
            </a:r>
            <a:r>
              <a:rPr lang="en-US" sz="2000" dirty="0">
                <a:effectLst/>
                <a:latin typeface="Calibri" panose="020F0502020204030204" pitchFamily="34" charset="0"/>
                <a:ea typeface="Calibri" panose="020F0502020204030204" pitchFamily="34" charset="0"/>
                <a:cs typeface="Calibri" panose="020F0502020204030204" pitchFamily="34" charset="0"/>
              </a:rPr>
              <a:t>and</a:t>
            </a:r>
            <a:r>
              <a:rPr lang="en-US" sz="2000" spc="265" dirty="0">
                <a:effectLst/>
                <a:latin typeface="Calibri" panose="020F0502020204030204" pitchFamily="34" charset="0"/>
                <a:ea typeface="Calibri" panose="020F0502020204030204" pitchFamily="34" charset="0"/>
                <a:cs typeface="Calibri" panose="020F0502020204030204" pitchFamily="34" charset="0"/>
              </a:rPr>
              <a:t> </a:t>
            </a:r>
            <a:r>
              <a:rPr lang="en-US" sz="2000" dirty="0">
                <a:effectLst/>
                <a:latin typeface="Calibri" panose="020F0502020204030204" pitchFamily="34" charset="0"/>
                <a:ea typeface="Calibri" panose="020F0502020204030204" pitchFamily="34" charset="0"/>
                <a:cs typeface="Calibri" panose="020F0502020204030204" pitchFamily="34" charset="0"/>
              </a:rPr>
              <a:t>the</a:t>
            </a:r>
            <a:r>
              <a:rPr lang="en-US" sz="2000" spc="245" dirty="0">
                <a:effectLst/>
                <a:latin typeface="Calibri" panose="020F0502020204030204" pitchFamily="34" charset="0"/>
                <a:ea typeface="Calibri" panose="020F0502020204030204" pitchFamily="34" charset="0"/>
                <a:cs typeface="Calibri" panose="020F0502020204030204" pitchFamily="34" charset="0"/>
              </a:rPr>
              <a:t> </a:t>
            </a:r>
            <a:r>
              <a:rPr lang="en-US" sz="2000" dirty="0">
                <a:effectLst/>
                <a:latin typeface="Calibri" panose="020F0502020204030204" pitchFamily="34" charset="0"/>
                <a:ea typeface="Calibri" panose="020F0502020204030204" pitchFamily="34" charset="0"/>
                <a:cs typeface="Calibri" panose="020F0502020204030204" pitchFamily="34" charset="0"/>
              </a:rPr>
              <a:t>reports</a:t>
            </a:r>
            <a:r>
              <a:rPr lang="en-US" sz="2000" spc="335" dirty="0">
                <a:effectLst/>
                <a:latin typeface="Calibri" panose="020F0502020204030204" pitchFamily="34" charset="0"/>
                <a:ea typeface="Calibri" panose="020F0502020204030204" pitchFamily="34" charset="0"/>
                <a:cs typeface="Calibri" panose="020F0502020204030204" pitchFamily="34" charset="0"/>
              </a:rPr>
              <a:t> </a:t>
            </a:r>
            <a:r>
              <a:rPr lang="en-US" sz="2000" dirty="0">
                <a:effectLst/>
                <a:latin typeface="Calibri" panose="020F0502020204030204" pitchFamily="34" charset="0"/>
                <a:ea typeface="Calibri" panose="020F0502020204030204" pitchFamily="34" charset="0"/>
                <a:cs typeface="Calibri" panose="020F0502020204030204" pitchFamily="34" charset="0"/>
              </a:rPr>
              <a:t>are</a:t>
            </a:r>
            <a:r>
              <a:rPr lang="en-US" sz="2000" spc="255" dirty="0">
                <a:effectLst/>
                <a:latin typeface="Calibri" panose="020F0502020204030204" pitchFamily="34" charset="0"/>
                <a:ea typeface="Calibri" panose="020F0502020204030204" pitchFamily="34" charset="0"/>
                <a:cs typeface="Calibri" panose="020F0502020204030204" pitchFamily="34" charset="0"/>
              </a:rPr>
              <a:t> </a:t>
            </a:r>
            <a:r>
              <a:rPr lang="en-US" sz="2000" dirty="0">
                <a:effectLst/>
                <a:latin typeface="Calibri" panose="020F0502020204030204" pitchFamily="34" charset="0"/>
                <a:ea typeface="Calibri" panose="020F0502020204030204" pitchFamily="34" charset="0"/>
                <a:cs typeface="Calibri" panose="020F0502020204030204" pitchFamily="34" charset="0"/>
              </a:rPr>
              <a:t>prepared</a:t>
            </a:r>
            <a:r>
              <a:rPr lang="en-US" sz="2000" spc="340" dirty="0">
                <a:effectLst/>
                <a:latin typeface="Calibri" panose="020F0502020204030204" pitchFamily="34" charset="0"/>
                <a:ea typeface="Calibri" panose="020F0502020204030204" pitchFamily="34" charset="0"/>
                <a:cs typeface="Calibri" panose="020F0502020204030204" pitchFamily="34" charset="0"/>
              </a:rPr>
              <a:t> </a:t>
            </a:r>
            <a:r>
              <a:rPr lang="en-US" sz="2000" spc="-25" dirty="0">
                <a:effectLst/>
                <a:latin typeface="Calibri" panose="020F0502020204030204" pitchFamily="34" charset="0"/>
                <a:ea typeface="Calibri" panose="020F0502020204030204" pitchFamily="34" charset="0"/>
                <a:cs typeface="Calibri" panose="020F0502020204030204" pitchFamily="34" charset="0"/>
              </a:rPr>
              <a:t>by</a:t>
            </a:r>
            <a:r>
              <a:rPr lang="en-IN" sz="1050" dirty="0">
                <a:latin typeface="Calibri" panose="020F0502020204030204" pitchFamily="34" charset="0"/>
                <a:ea typeface="Calibri" panose="020F0502020204030204" pitchFamily="34" charset="0"/>
                <a:cs typeface="Calibri" panose="020F0502020204030204" pitchFamily="34" charset="0"/>
              </a:rPr>
              <a:t> </a:t>
            </a:r>
            <a:r>
              <a:rPr lang="en-US" sz="2000" spc="-10" dirty="0">
                <a:effectLst/>
                <a:latin typeface="Calibri" panose="020F0502020204030204" pitchFamily="34" charset="0"/>
                <a:ea typeface="Calibri" panose="020F0502020204030204" pitchFamily="34" charset="0"/>
                <a:cs typeface="Calibri" panose="020F0502020204030204" pitchFamily="34" charset="0"/>
              </a:rPr>
              <a:t>computer.</a:t>
            </a:r>
            <a:endParaRPr lang="en-IN" sz="2000" dirty="0">
              <a:effectLst/>
              <a:latin typeface="Calibri" panose="020F0502020204030204" pitchFamily="34" charset="0"/>
              <a:ea typeface="Calibri" panose="020F0502020204030204" pitchFamily="34" charset="0"/>
              <a:cs typeface="Calibri" panose="020F0502020204030204" pitchFamily="34" charset="0"/>
            </a:endParaRPr>
          </a:p>
          <a:p>
            <a:pPr marL="342900" marR="313690" lvl="0" indent="-342900" algn="just">
              <a:spcBef>
                <a:spcPts val="665"/>
              </a:spcBef>
              <a:buFont typeface="Wingdings" panose="05000000000000000000" pitchFamily="2" charset="2"/>
              <a:buChar char="§"/>
              <a:tabLst>
                <a:tab pos="387985" algn="l"/>
                <a:tab pos="391160" algn="l"/>
              </a:tabLst>
            </a:pPr>
            <a:r>
              <a:rPr lang="en-US" sz="2000" spc="0" dirty="0">
                <a:effectLst/>
                <a:latin typeface="Calibri" panose="020F0502020204030204" pitchFamily="34" charset="0"/>
                <a:ea typeface="Calibri" panose="020F0502020204030204" pitchFamily="34" charset="0"/>
                <a:cs typeface="Calibri" panose="020F0502020204030204" pitchFamily="34" charset="0"/>
              </a:rPr>
              <a:t>Patient Monitoring System — Computers</a:t>
            </a:r>
            <a:r>
              <a:rPr lang="en-US" sz="2000" spc="145" dirty="0">
                <a:effectLst/>
                <a:latin typeface="Calibri" panose="020F0502020204030204" pitchFamily="34" charset="0"/>
                <a:ea typeface="Calibri" panose="020F0502020204030204" pitchFamily="34" charset="0"/>
                <a:cs typeface="Calibri" panose="020F0502020204030204" pitchFamily="34" charset="0"/>
              </a:rPr>
              <a:t> </a:t>
            </a:r>
            <a:r>
              <a:rPr lang="en-US" sz="2000" spc="0" dirty="0">
                <a:effectLst/>
                <a:latin typeface="Calibri" panose="020F0502020204030204" pitchFamily="34" charset="0"/>
                <a:ea typeface="Calibri" panose="020F0502020204030204" pitchFamily="34" charset="0"/>
                <a:cs typeface="Calibri" panose="020F0502020204030204" pitchFamily="34" charset="0"/>
              </a:rPr>
              <a:t>are also used to check the patient's signs for</a:t>
            </a:r>
            <a:r>
              <a:rPr lang="en-US" sz="2000" spc="-120" dirty="0">
                <a:effectLst/>
                <a:latin typeface="Calibri" panose="020F0502020204030204" pitchFamily="34" charset="0"/>
                <a:ea typeface="Calibri" panose="020F0502020204030204" pitchFamily="34" charset="0"/>
                <a:cs typeface="Calibri" panose="020F0502020204030204" pitchFamily="34" charset="0"/>
              </a:rPr>
              <a:t> </a:t>
            </a:r>
            <a:r>
              <a:rPr lang="en-US" sz="2000" spc="0" dirty="0">
                <a:effectLst/>
                <a:latin typeface="Calibri" panose="020F0502020204030204" pitchFamily="34" charset="0"/>
                <a:ea typeface="Calibri" panose="020F0502020204030204" pitchFamily="34" charset="0"/>
                <a:cs typeface="Calibri" panose="020F0502020204030204" pitchFamily="34" charset="0"/>
              </a:rPr>
              <a:t>abnormality</a:t>
            </a:r>
            <a:r>
              <a:rPr lang="en-US" sz="2000" spc="-75" dirty="0">
                <a:effectLst/>
                <a:latin typeface="Calibri" panose="020F0502020204030204" pitchFamily="34" charset="0"/>
                <a:ea typeface="Calibri" panose="020F0502020204030204" pitchFamily="34" charset="0"/>
                <a:cs typeface="Calibri" panose="020F0502020204030204" pitchFamily="34" charset="0"/>
              </a:rPr>
              <a:t> </a:t>
            </a:r>
            <a:r>
              <a:rPr lang="en-US" sz="2000" spc="0" dirty="0">
                <a:effectLst/>
                <a:latin typeface="Calibri" panose="020F0502020204030204" pitchFamily="34" charset="0"/>
                <a:ea typeface="Calibri" panose="020F0502020204030204" pitchFamily="34" charset="0"/>
                <a:cs typeface="Calibri" panose="020F0502020204030204" pitchFamily="34" charset="0"/>
              </a:rPr>
              <a:t>such</a:t>
            </a:r>
            <a:r>
              <a:rPr lang="en-US" sz="2000" spc="-115" dirty="0">
                <a:effectLst/>
                <a:latin typeface="Calibri" panose="020F0502020204030204" pitchFamily="34" charset="0"/>
                <a:ea typeface="Calibri" panose="020F0502020204030204" pitchFamily="34" charset="0"/>
                <a:cs typeface="Calibri" panose="020F0502020204030204" pitchFamily="34" charset="0"/>
              </a:rPr>
              <a:t> </a:t>
            </a:r>
            <a:r>
              <a:rPr lang="en-US" sz="2000" spc="0" dirty="0">
                <a:effectLst/>
                <a:latin typeface="Calibri" panose="020F0502020204030204" pitchFamily="34" charset="0"/>
                <a:ea typeface="Calibri" panose="020F0502020204030204" pitchFamily="34" charset="0"/>
                <a:cs typeface="Calibri" panose="020F0502020204030204" pitchFamily="34" charset="0"/>
              </a:rPr>
              <a:t>as</a:t>
            </a:r>
            <a:r>
              <a:rPr lang="en-US" sz="2000" spc="-120" dirty="0">
                <a:effectLst/>
                <a:latin typeface="Calibri" panose="020F0502020204030204" pitchFamily="34" charset="0"/>
                <a:ea typeface="Calibri" panose="020F0502020204030204" pitchFamily="34" charset="0"/>
                <a:cs typeface="Calibri" panose="020F0502020204030204" pitchFamily="34" charset="0"/>
              </a:rPr>
              <a:t> </a:t>
            </a:r>
            <a:r>
              <a:rPr lang="en-US" sz="2000" spc="0" dirty="0">
                <a:effectLst/>
                <a:latin typeface="Calibri" panose="020F0502020204030204" pitchFamily="34" charset="0"/>
                <a:ea typeface="Calibri" panose="020F0502020204030204" pitchFamily="34" charset="0"/>
                <a:cs typeface="Calibri" panose="020F0502020204030204" pitchFamily="34" charset="0"/>
              </a:rPr>
              <a:t>CT</a:t>
            </a:r>
            <a:r>
              <a:rPr lang="en-US" sz="2000" spc="-115" dirty="0">
                <a:effectLst/>
                <a:latin typeface="Calibri" panose="020F0502020204030204" pitchFamily="34" charset="0"/>
                <a:ea typeface="Calibri" panose="020F0502020204030204" pitchFamily="34" charset="0"/>
                <a:cs typeface="Calibri" panose="020F0502020204030204" pitchFamily="34" charset="0"/>
              </a:rPr>
              <a:t> </a:t>
            </a:r>
            <a:r>
              <a:rPr lang="en-US" sz="2000" spc="0" dirty="0">
                <a:effectLst/>
                <a:latin typeface="Calibri" panose="020F0502020204030204" pitchFamily="34" charset="0"/>
                <a:ea typeface="Calibri" panose="020F0502020204030204" pitchFamily="34" charset="0"/>
                <a:cs typeface="Calibri" panose="020F0502020204030204" pitchFamily="34" charset="0"/>
              </a:rPr>
              <a:t>Scan,</a:t>
            </a:r>
            <a:r>
              <a:rPr lang="en-US" sz="2000" spc="-115" dirty="0">
                <a:effectLst/>
                <a:latin typeface="Calibri" panose="020F0502020204030204" pitchFamily="34" charset="0"/>
                <a:ea typeface="Calibri" panose="020F0502020204030204" pitchFamily="34" charset="0"/>
                <a:cs typeface="Calibri" panose="020F0502020204030204" pitchFamily="34" charset="0"/>
              </a:rPr>
              <a:t> MRI, </a:t>
            </a:r>
            <a:r>
              <a:rPr lang="en-US" sz="2000" spc="0" dirty="0">
                <a:effectLst/>
                <a:latin typeface="Calibri" panose="020F0502020204030204" pitchFamily="34" charset="0"/>
                <a:ea typeface="Calibri" panose="020F0502020204030204" pitchFamily="34" charset="0"/>
                <a:cs typeface="Calibri" panose="020F0502020204030204" pitchFamily="34" charset="0"/>
              </a:rPr>
              <a:t>ECG,</a:t>
            </a:r>
            <a:r>
              <a:rPr lang="en-US" sz="2000" spc="-105" dirty="0">
                <a:effectLst/>
                <a:latin typeface="Calibri" panose="020F0502020204030204" pitchFamily="34" charset="0"/>
                <a:ea typeface="Calibri" panose="020F0502020204030204" pitchFamily="34" charset="0"/>
                <a:cs typeface="Calibri" panose="020F0502020204030204" pitchFamily="34" charset="0"/>
              </a:rPr>
              <a:t> </a:t>
            </a:r>
            <a:r>
              <a:rPr lang="en-US" sz="2000" spc="0" dirty="0">
                <a:effectLst/>
                <a:latin typeface="Calibri" panose="020F0502020204030204" pitchFamily="34" charset="0"/>
                <a:ea typeface="Calibri" panose="020F0502020204030204" pitchFamily="34" charset="0"/>
                <a:cs typeface="Calibri" panose="020F0502020204030204" pitchFamily="34" charset="0"/>
              </a:rPr>
              <a:t>etc.</a:t>
            </a:r>
            <a:endParaRPr lang="en-IN" sz="1050" dirty="0">
              <a:latin typeface="Calibri" panose="020F0502020204030204" pitchFamily="34" charset="0"/>
              <a:ea typeface="Calibri" panose="020F0502020204030204" pitchFamily="34" charset="0"/>
              <a:cs typeface="Calibri" panose="020F0502020204030204" pitchFamily="34" charset="0"/>
            </a:endParaRPr>
          </a:p>
          <a:p>
            <a:pPr marL="342900" marR="313690" lvl="0" indent="-342900" algn="just">
              <a:spcBef>
                <a:spcPts val="665"/>
              </a:spcBef>
              <a:buFont typeface="Wingdings" panose="05000000000000000000" pitchFamily="2" charset="2"/>
              <a:buChar char="§"/>
              <a:tabLst>
                <a:tab pos="387985" algn="l"/>
                <a:tab pos="391160" algn="l"/>
              </a:tabLst>
            </a:pPr>
            <a:r>
              <a:rPr lang="en-US" sz="2000" b="1" i="1" dirty="0">
                <a:effectLst/>
                <a:latin typeface="Calibri" panose="020F0502020204030204" pitchFamily="34" charset="0"/>
                <a:ea typeface="Calibri" panose="020F0502020204030204" pitchFamily="34" charset="0"/>
                <a:cs typeface="Calibri" panose="020F0502020204030204" pitchFamily="34" charset="0"/>
              </a:rPr>
              <a:t>Pharmacy</a:t>
            </a:r>
            <a:r>
              <a:rPr lang="en-US" sz="2000" b="1" i="1" spc="200" dirty="0">
                <a:effectLst/>
                <a:latin typeface="Calibri" panose="020F0502020204030204" pitchFamily="34" charset="0"/>
                <a:ea typeface="Calibri" panose="020F0502020204030204" pitchFamily="34" charset="0"/>
                <a:cs typeface="Calibri" panose="020F0502020204030204" pitchFamily="34" charset="0"/>
              </a:rPr>
              <a:t> </a:t>
            </a:r>
            <a:r>
              <a:rPr lang="en-US" sz="2000" b="1" i="1" dirty="0">
                <a:effectLst/>
                <a:latin typeface="Calibri" panose="020F0502020204030204" pitchFamily="34" charset="0"/>
                <a:ea typeface="Calibri" panose="020F0502020204030204" pitchFamily="34" charset="0"/>
                <a:cs typeface="Calibri" panose="020F0502020204030204" pitchFamily="34" charset="0"/>
              </a:rPr>
              <a:t>Information</a:t>
            </a:r>
            <a:r>
              <a:rPr lang="en-US" sz="2000" b="1" i="1" spc="200" dirty="0">
                <a:effectLst/>
                <a:latin typeface="Calibri" panose="020F0502020204030204" pitchFamily="34" charset="0"/>
                <a:ea typeface="Calibri" panose="020F0502020204030204" pitchFamily="34" charset="0"/>
                <a:cs typeface="Calibri" panose="020F0502020204030204" pitchFamily="34" charset="0"/>
              </a:rPr>
              <a:t> </a:t>
            </a:r>
            <a:r>
              <a:rPr lang="en-US" sz="2000" b="1" i="1" dirty="0">
                <a:effectLst/>
                <a:latin typeface="Calibri" panose="020F0502020204030204" pitchFamily="34" charset="0"/>
                <a:ea typeface="Calibri" panose="020F0502020204030204" pitchFamily="34" charset="0"/>
                <a:cs typeface="Calibri" panose="020F0502020204030204" pitchFamily="34" charset="0"/>
              </a:rPr>
              <a:t>System</a:t>
            </a:r>
            <a:r>
              <a:rPr lang="en-US" sz="2000" b="1" i="1" spc="200" dirty="0">
                <a:effectLst/>
                <a:latin typeface="Calibri" panose="020F0502020204030204" pitchFamily="34" charset="0"/>
                <a:ea typeface="Calibri" panose="020F0502020204030204" pitchFamily="34" charset="0"/>
                <a:cs typeface="Calibri" panose="020F0502020204030204" pitchFamily="34" charset="0"/>
              </a:rPr>
              <a:t> </a:t>
            </a:r>
            <a:r>
              <a:rPr lang="en-US" sz="2000" dirty="0">
                <a:effectLst/>
                <a:latin typeface="Calibri" panose="020F0502020204030204" pitchFamily="34" charset="0"/>
                <a:ea typeface="Calibri" panose="020F0502020204030204" pitchFamily="34" charset="0"/>
                <a:cs typeface="Calibri" panose="020F0502020204030204" pitchFamily="34" charset="0"/>
              </a:rPr>
              <a:t>—</a:t>
            </a:r>
            <a:r>
              <a:rPr lang="en-US" sz="2000" spc="200" dirty="0">
                <a:effectLst/>
                <a:latin typeface="Calibri" panose="020F0502020204030204" pitchFamily="34" charset="0"/>
                <a:ea typeface="Calibri" panose="020F0502020204030204" pitchFamily="34" charset="0"/>
                <a:cs typeface="Calibri" panose="020F0502020204030204" pitchFamily="34" charset="0"/>
              </a:rPr>
              <a:t> </a:t>
            </a:r>
            <a:r>
              <a:rPr lang="en-US" sz="2000" dirty="0">
                <a:effectLst/>
                <a:latin typeface="Calibri" panose="020F0502020204030204" pitchFamily="34" charset="0"/>
                <a:ea typeface="Calibri" panose="020F0502020204030204" pitchFamily="34" charset="0"/>
                <a:cs typeface="Calibri" panose="020F0502020204030204" pitchFamily="34" charset="0"/>
              </a:rPr>
              <a:t>Computers</a:t>
            </a:r>
            <a:r>
              <a:rPr lang="en-US" sz="2000" spc="200" dirty="0">
                <a:effectLst/>
                <a:latin typeface="Calibri" panose="020F0502020204030204" pitchFamily="34" charset="0"/>
                <a:ea typeface="Calibri" panose="020F0502020204030204" pitchFamily="34" charset="0"/>
                <a:cs typeface="Calibri" panose="020F0502020204030204" pitchFamily="34" charset="0"/>
              </a:rPr>
              <a:t> </a:t>
            </a:r>
            <a:r>
              <a:rPr lang="en-US" sz="2000" dirty="0">
                <a:effectLst/>
                <a:latin typeface="Calibri" panose="020F0502020204030204" pitchFamily="34" charset="0"/>
                <a:ea typeface="Calibri" panose="020F0502020204030204" pitchFamily="34" charset="0"/>
                <a:cs typeface="Calibri" panose="020F0502020204030204" pitchFamily="34" charset="0"/>
              </a:rPr>
              <a:t>are</a:t>
            </a:r>
            <a:r>
              <a:rPr lang="en-US" sz="2000" spc="200" dirty="0">
                <a:effectLst/>
                <a:latin typeface="Calibri" panose="020F0502020204030204" pitchFamily="34" charset="0"/>
                <a:ea typeface="Calibri" panose="020F0502020204030204" pitchFamily="34" charset="0"/>
                <a:cs typeface="Calibri" panose="020F0502020204030204" pitchFamily="34" charset="0"/>
              </a:rPr>
              <a:t> </a:t>
            </a:r>
            <a:r>
              <a:rPr lang="en-US" sz="2000" dirty="0">
                <a:effectLst/>
                <a:latin typeface="Calibri" panose="020F0502020204030204" pitchFamily="34" charset="0"/>
                <a:ea typeface="Calibri" panose="020F0502020204030204" pitchFamily="34" charset="0"/>
                <a:cs typeface="Calibri" panose="020F0502020204030204" pitchFamily="34" charset="0"/>
              </a:rPr>
              <a:t>used</a:t>
            </a:r>
            <a:r>
              <a:rPr lang="en-US" sz="2000" spc="200" dirty="0">
                <a:effectLst/>
                <a:latin typeface="Calibri" panose="020F0502020204030204" pitchFamily="34" charset="0"/>
                <a:ea typeface="Calibri" panose="020F0502020204030204" pitchFamily="34" charset="0"/>
                <a:cs typeface="Calibri" panose="020F0502020204030204" pitchFamily="34" charset="0"/>
              </a:rPr>
              <a:t> </a:t>
            </a:r>
            <a:r>
              <a:rPr lang="en-US" sz="2000" dirty="0">
                <a:effectLst/>
                <a:latin typeface="Calibri" panose="020F0502020204030204" pitchFamily="34" charset="0"/>
                <a:ea typeface="Calibri" panose="020F0502020204030204" pitchFamily="34" charset="0"/>
                <a:cs typeface="Calibri" panose="020F0502020204030204" pitchFamily="34" charset="0"/>
              </a:rPr>
              <a:t>to</a:t>
            </a:r>
            <a:r>
              <a:rPr lang="en-US" sz="2000" spc="200" dirty="0">
                <a:effectLst/>
                <a:latin typeface="Calibri" panose="020F0502020204030204" pitchFamily="34" charset="0"/>
                <a:ea typeface="Calibri" panose="020F0502020204030204" pitchFamily="34" charset="0"/>
                <a:cs typeface="Calibri" panose="020F0502020204030204" pitchFamily="34" charset="0"/>
              </a:rPr>
              <a:t> </a:t>
            </a:r>
            <a:r>
              <a:rPr lang="en-US" sz="2000" dirty="0">
                <a:effectLst/>
                <a:latin typeface="Calibri" panose="020F0502020204030204" pitchFamily="34" charset="0"/>
                <a:ea typeface="Calibri" panose="020F0502020204030204" pitchFamily="34" charset="0"/>
                <a:cs typeface="Calibri" panose="020F0502020204030204" pitchFamily="34" charset="0"/>
              </a:rPr>
              <a:t>check</a:t>
            </a:r>
            <a:r>
              <a:rPr lang="en-US" sz="2000" spc="200" dirty="0">
                <a:effectLst/>
                <a:latin typeface="Calibri" panose="020F0502020204030204" pitchFamily="34" charset="0"/>
                <a:ea typeface="Calibri" panose="020F0502020204030204" pitchFamily="34" charset="0"/>
                <a:cs typeface="Calibri" panose="020F0502020204030204" pitchFamily="34" charset="0"/>
              </a:rPr>
              <a:t> </a:t>
            </a:r>
            <a:r>
              <a:rPr lang="en-US" sz="2000" dirty="0">
                <a:effectLst/>
                <a:latin typeface="Calibri" panose="020F0502020204030204" pitchFamily="34" charset="0"/>
                <a:ea typeface="Calibri" panose="020F0502020204030204" pitchFamily="34" charset="0"/>
                <a:cs typeface="Calibri" panose="020F0502020204030204" pitchFamily="34" charset="0"/>
              </a:rPr>
              <a:t>medicine</a:t>
            </a:r>
            <a:r>
              <a:rPr lang="en-US" sz="2000" spc="200" dirty="0">
                <a:effectLst/>
                <a:latin typeface="Calibri" panose="020F0502020204030204" pitchFamily="34" charset="0"/>
                <a:ea typeface="Calibri" panose="020F0502020204030204" pitchFamily="34" charset="0"/>
                <a:cs typeface="Calibri" panose="020F0502020204030204" pitchFamily="34" charset="0"/>
              </a:rPr>
              <a:t> </a:t>
            </a:r>
            <a:r>
              <a:rPr lang="en-US" sz="2000" dirty="0">
                <a:effectLst/>
                <a:latin typeface="Calibri" panose="020F0502020204030204" pitchFamily="34" charset="0"/>
                <a:ea typeface="Calibri" panose="020F0502020204030204" pitchFamily="34" charset="0"/>
                <a:cs typeface="Calibri" panose="020F0502020204030204" pitchFamily="34" charset="0"/>
              </a:rPr>
              <a:t>labels, expiry</a:t>
            </a:r>
            <a:r>
              <a:rPr lang="en-US" sz="2000" spc="-105" dirty="0">
                <a:effectLst/>
                <a:latin typeface="Calibri" panose="020F0502020204030204" pitchFamily="34" charset="0"/>
                <a:ea typeface="Calibri" panose="020F0502020204030204" pitchFamily="34" charset="0"/>
                <a:cs typeface="Calibri" panose="020F0502020204030204" pitchFamily="34" charset="0"/>
              </a:rPr>
              <a:t> </a:t>
            </a:r>
            <a:r>
              <a:rPr lang="en-US" sz="2000" dirty="0">
                <a:effectLst/>
                <a:latin typeface="Calibri" panose="020F0502020204030204" pitchFamily="34" charset="0"/>
                <a:ea typeface="Calibri" panose="020F0502020204030204" pitchFamily="34" charset="0"/>
                <a:cs typeface="Calibri" panose="020F0502020204030204" pitchFamily="34" charset="0"/>
              </a:rPr>
              <a:t>dates,</a:t>
            </a:r>
            <a:r>
              <a:rPr lang="en-US" sz="2000" spc="-115" dirty="0">
                <a:effectLst/>
                <a:latin typeface="Calibri" panose="020F0502020204030204" pitchFamily="34" charset="0"/>
                <a:ea typeface="Calibri" panose="020F0502020204030204" pitchFamily="34" charset="0"/>
                <a:cs typeface="Calibri" panose="020F0502020204030204" pitchFamily="34" charset="0"/>
              </a:rPr>
              <a:t> </a:t>
            </a:r>
            <a:r>
              <a:rPr lang="en-US" sz="2000" dirty="0">
                <a:effectLst/>
                <a:latin typeface="Calibri" panose="020F0502020204030204" pitchFamily="34" charset="0"/>
                <a:ea typeface="Calibri" panose="020F0502020204030204" pitchFamily="34" charset="0"/>
                <a:cs typeface="Calibri" panose="020F0502020204030204" pitchFamily="34" charset="0"/>
              </a:rPr>
              <a:t>harmful</a:t>
            </a:r>
            <a:r>
              <a:rPr lang="en-US" sz="2000" spc="-95" dirty="0">
                <a:effectLst/>
                <a:latin typeface="Calibri" panose="020F0502020204030204" pitchFamily="34" charset="0"/>
                <a:ea typeface="Calibri" panose="020F0502020204030204" pitchFamily="34" charset="0"/>
                <a:cs typeface="Calibri" panose="020F0502020204030204" pitchFamily="34" charset="0"/>
              </a:rPr>
              <a:t> </a:t>
            </a:r>
            <a:r>
              <a:rPr lang="en-US" sz="2000" dirty="0">
                <a:effectLst/>
                <a:latin typeface="Calibri" panose="020F0502020204030204" pitchFamily="34" charset="0"/>
                <a:ea typeface="Calibri" panose="020F0502020204030204" pitchFamily="34" charset="0"/>
                <a:cs typeface="Calibri" panose="020F0502020204030204" pitchFamily="34" charset="0"/>
              </a:rPr>
              <a:t>side</a:t>
            </a:r>
            <a:r>
              <a:rPr lang="en-US" sz="2000" spc="-110" dirty="0">
                <a:effectLst/>
                <a:latin typeface="Calibri" panose="020F0502020204030204" pitchFamily="34" charset="0"/>
                <a:ea typeface="Calibri" panose="020F0502020204030204" pitchFamily="34" charset="0"/>
                <a:cs typeface="Calibri" panose="020F0502020204030204" pitchFamily="34" charset="0"/>
              </a:rPr>
              <a:t> </a:t>
            </a:r>
            <a:r>
              <a:rPr lang="en-US" sz="2000" dirty="0">
                <a:effectLst/>
                <a:latin typeface="Calibri" panose="020F0502020204030204" pitchFamily="34" charset="0"/>
                <a:ea typeface="Calibri" panose="020F0502020204030204" pitchFamily="34" charset="0"/>
                <a:cs typeface="Calibri" panose="020F0502020204030204" pitchFamily="34" charset="0"/>
              </a:rPr>
              <a:t>effects,</a:t>
            </a:r>
            <a:r>
              <a:rPr lang="en-US" sz="2000" spc="-80" dirty="0">
                <a:effectLst/>
                <a:latin typeface="Calibri" panose="020F0502020204030204" pitchFamily="34" charset="0"/>
                <a:ea typeface="Calibri" panose="020F0502020204030204" pitchFamily="34" charset="0"/>
                <a:cs typeface="Calibri" panose="020F0502020204030204" pitchFamily="34" charset="0"/>
              </a:rPr>
              <a:t> </a:t>
            </a:r>
            <a:r>
              <a:rPr lang="en-US" sz="2000" dirty="0">
                <a:effectLst/>
                <a:latin typeface="Calibri" panose="020F0502020204030204" pitchFamily="34" charset="0"/>
                <a:ea typeface="Calibri" panose="020F0502020204030204" pitchFamily="34" charset="0"/>
                <a:cs typeface="Calibri" panose="020F0502020204030204" pitchFamily="34" charset="0"/>
              </a:rPr>
              <a:t>etc. </a:t>
            </a:r>
            <a:r>
              <a:rPr lang="en-US" sz="2000" i="1" dirty="0">
                <a:effectLst/>
                <a:latin typeface="Calibri" panose="020F0502020204030204" pitchFamily="34" charset="0"/>
                <a:ea typeface="Calibri" panose="020F0502020204030204" pitchFamily="34" charset="0"/>
                <a:cs typeface="Calibri" panose="020F0502020204030204" pitchFamily="34" charset="0"/>
              </a:rPr>
              <a:t>Software: </a:t>
            </a:r>
            <a:r>
              <a:rPr lang="en-US" sz="2000" dirty="0">
                <a:effectLst/>
                <a:latin typeface="Calibri" panose="020F0502020204030204" pitchFamily="34" charset="0"/>
                <a:ea typeface="Calibri" panose="020F0502020204030204" pitchFamily="34" charset="0"/>
                <a:cs typeface="Calibri" panose="020F0502020204030204" pitchFamily="34" charset="0"/>
              </a:rPr>
              <a:t>Epic Willow Pharmacy, Oracle Health Pharmacy.</a:t>
            </a:r>
            <a:endParaRPr lang="en-IN" sz="1050" dirty="0">
              <a:effectLst/>
              <a:latin typeface="Calibri" panose="020F0502020204030204" pitchFamily="34" charset="0"/>
              <a:ea typeface="Calibri" panose="020F0502020204030204" pitchFamily="34" charset="0"/>
              <a:cs typeface="Calibri" panose="020F0502020204030204" pitchFamily="34" charset="0"/>
            </a:endParaRPr>
          </a:p>
          <a:p>
            <a:pPr marL="342900" lvl="0" indent="-342900" algn="just">
              <a:spcBef>
                <a:spcPts val="155"/>
              </a:spcBef>
              <a:buFont typeface="Wingdings" panose="05000000000000000000" pitchFamily="2" charset="2"/>
              <a:buChar char="§"/>
              <a:tabLst>
                <a:tab pos="389255" algn="l"/>
              </a:tabLst>
            </a:pPr>
            <a:r>
              <a:rPr lang="en-US" sz="2000" b="1" i="1" spc="0" dirty="0">
                <a:effectLst/>
                <a:latin typeface="Calibri" panose="020F0502020204030204" pitchFamily="34" charset="0"/>
                <a:ea typeface="Calibri" panose="020F0502020204030204" pitchFamily="34" charset="0"/>
                <a:cs typeface="Calibri" panose="020F0502020204030204" pitchFamily="34" charset="0"/>
              </a:rPr>
              <a:t>Surgery</a:t>
            </a:r>
            <a:r>
              <a:rPr lang="en-US" sz="2000" spc="-95" dirty="0">
                <a:effectLst/>
                <a:latin typeface="Calibri" panose="020F0502020204030204" pitchFamily="34" charset="0"/>
                <a:ea typeface="Calibri" panose="020F0502020204030204" pitchFamily="34" charset="0"/>
                <a:cs typeface="Calibri" panose="020F0502020204030204" pitchFamily="34" charset="0"/>
              </a:rPr>
              <a:t> </a:t>
            </a:r>
            <a:r>
              <a:rPr lang="en-US" sz="2000" spc="0" dirty="0">
                <a:effectLst/>
                <a:latin typeface="Calibri" panose="020F0502020204030204" pitchFamily="34" charset="0"/>
                <a:ea typeface="Calibri" panose="020F0502020204030204" pitchFamily="34" charset="0"/>
                <a:cs typeface="Calibri" panose="020F0502020204030204" pitchFamily="34" charset="0"/>
              </a:rPr>
              <a:t>—</a:t>
            </a:r>
            <a:r>
              <a:rPr lang="en-US" sz="2000" spc="-40" dirty="0">
                <a:effectLst/>
                <a:latin typeface="Calibri" panose="020F0502020204030204" pitchFamily="34" charset="0"/>
                <a:ea typeface="Calibri" panose="020F0502020204030204" pitchFamily="34" charset="0"/>
                <a:cs typeface="Calibri" panose="020F0502020204030204" pitchFamily="34" charset="0"/>
              </a:rPr>
              <a:t> </a:t>
            </a:r>
            <a:r>
              <a:rPr lang="en-US" sz="2000" spc="0" dirty="0">
                <a:effectLst/>
                <a:latin typeface="Calibri" panose="020F0502020204030204" pitchFamily="34" charset="0"/>
                <a:ea typeface="Calibri" panose="020F0502020204030204" pitchFamily="34" charset="0"/>
                <a:cs typeface="Calibri" panose="020F0502020204030204" pitchFamily="34" charset="0"/>
              </a:rPr>
              <a:t>Computers</a:t>
            </a:r>
            <a:r>
              <a:rPr lang="en-US" sz="2000" spc="-10" dirty="0">
                <a:effectLst/>
                <a:latin typeface="Calibri" panose="020F0502020204030204" pitchFamily="34" charset="0"/>
                <a:ea typeface="Calibri" panose="020F0502020204030204" pitchFamily="34" charset="0"/>
                <a:cs typeface="Calibri" panose="020F0502020204030204" pitchFamily="34" charset="0"/>
              </a:rPr>
              <a:t> </a:t>
            </a:r>
            <a:r>
              <a:rPr lang="en-US" sz="2000" spc="0" dirty="0">
                <a:effectLst/>
                <a:latin typeface="Calibri" panose="020F0502020204030204" pitchFamily="34" charset="0"/>
                <a:ea typeface="Calibri" panose="020F0502020204030204" pitchFamily="34" charset="0"/>
                <a:cs typeface="Calibri" panose="020F0502020204030204" pitchFamily="34" charset="0"/>
              </a:rPr>
              <a:t>are</a:t>
            </a:r>
            <a:r>
              <a:rPr lang="en-US" sz="2000" spc="-70" dirty="0">
                <a:effectLst/>
                <a:latin typeface="Calibri" panose="020F0502020204030204" pitchFamily="34" charset="0"/>
                <a:ea typeface="Calibri" panose="020F0502020204030204" pitchFamily="34" charset="0"/>
                <a:cs typeface="Calibri" panose="020F0502020204030204" pitchFamily="34" charset="0"/>
              </a:rPr>
              <a:t> </a:t>
            </a:r>
            <a:r>
              <a:rPr lang="en-US" sz="2000" spc="0" dirty="0">
                <a:effectLst/>
                <a:latin typeface="Calibri" panose="020F0502020204030204" pitchFamily="34" charset="0"/>
                <a:ea typeface="Calibri" panose="020F0502020204030204" pitchFamily="34" charset="0"/>
                <a:cs typeface="Calibri" panose="020F0502020204030204" pitchFamily="34" charset="0"/>
              </a:rPr>
              <a:t>used</a:t>
            </a:r>
            <a:r>
              <a:rPr lang="en-US" sz="2000" spc="-90" dirty="0">
                <a:effectLst/>
                <a:latin typeface="Calibri" panose="020F0502020204030204" pitchFamily="34" charset="0"/>
                <a:ea typeface="Calibri" panose="020F0502020204030204" pitchFamily="34" charset="0"/>
                <a:cs typeface="Calibri" panose="020F0502020204030204" pitchFamily="34" charset="0"/>
              </a:rPr>
              <a:t> </a:t>
            </a:r>
            <a:r>
              <a:rPr lang="en-US" sz="2000" spc="0" dirty="0">
                <a:effectLst/>
                <a:latin typeface="Calibri" panose="020F0502020204030204" pitchFamily="34" charset="0"/>
                <a:ea typeface="Calibri" panose="020F0502020204030204" pitchFamily="34" charset="0"/>
                <a:cs typeface="Calibri" panose="020F0502020204030204" pitchFamily="34" charset="0"/>
              </a:rPr>
              <a:t>in</a:t>
            </a:r>
            <a:r>
              <a:rPr lang="en-US" sz="2000" spc="-95" dirty="0">
                <a:effectLst/>
                <a:latin typeface="Calibri" panose="020F0502020204030204" pitchFamily="34" charset="0"/>
                <a:ea typeface="Calibri" panose="020F0502020204030204" pitchFamily="34" charset="0"/>
                <a:cs typeface="Calibri" panose="020F0502020204030204" pitchFamily="34" charset="0"/>
              </a:rPr>
              <a:t> </a:t>
            </a:r>
            <a:r>
              <a:rPr lang="en-US" sz="2000" spc="0" dirty="0">
                <a:effectLst/>
                <a:latin typeface="Calibri" panose="020F0502020204030204" pitchFamily="34" charset="0"/>
                <a:ea typeface="Calibri" panose="020F0502020204030204" pitchFamily="34" charset="0"/>
                <a:cs typeface="Calibri" panose="020F0502020204030204" pitchFamily="34" charset="0"/>
              </a:rPr>
              <a:t>performing</a:t>
            </a:r>
            <a:r>
              <a:rPr lang="en-US" sz="2000" spc="-25" dirty="0">
                <a:effectLst/>
                <a:latin typeface="Calibri" panose="020F0502020204030204" pitchFamily="34" charset="0"/>
                <a:ea typeface="Calibri" panose="020F0502020204030204" pitchFamily="34" charset="0"/>
                <a:cs typeface="Calibri" panose="020F0502020204030204" pitchFamily="34" charset="0"/>
              </a:rPr>
              <a:t> </a:t>
            </a:r>
            <a:r>
              <a:rPr lang="en-US" sz="2000" spc="-10" dirty="0">
                <a:effectLst/>
                <a:latin typeface="Calibri" panose="020F0502020204030204" pitchFamily="34" charset="0"/>
                <a:ea typeface="Calibri" panose="020F0502020204030204" pitchFamily="34" charset="0"/>
                <a:cs typeface="Calibri" panose="020F0502020204030204" pitchFamily="34" charset="0"/>
              </a:rPr>
              <a:t>surgery. </a:t>
            </a:r>
            <a:r>
              <a:rPr lang="en-US" sz="2000" i="1" spc="-10" dirty="0">
                <a:effectLst/>
                <a:latin typeface="Calibri" panose="020F0502020204030204" pitchFamily="34" charset="0"/>
                <a:ea typeface="Calibri" panose="020F0502020204030204" pitchFamily="34" charset="0"/>
                <a:cs typeface="Calibri" panose="020F0502020204030204" pitchFamily="34" charset="0"/>
              </a:rPr>
              <a:t>Software: </a:t>
            </a:r>
            <a:r>
              <a:rPr lang="en-US" sz="2000" spc="-10" dirty="0">
                <a:effectLst/>
                <a:latin typeface="Calibri" panose="020F0502020204030204" pitchFamily="34" charset="0"/>
                <a:ea typeface="Calibri" panose="020F0502020204030204" pitchFamily="34" charset="0"/>
                <a:cs typeface="Calibri" panose="020F0502020204030204" pitchFamily="34" charset="0"/>
              </a:rPr>
              <a:t>Mako Smart Robotics</a:t>
            </a:r>
            <a:endParaRPr lang="en-IN" sz="1050" spc="0" dirty="0">
              <a:effectLst/>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192315354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BC0AC5-5D3F-94BB-D554-63A3F3C4C339}"/>
              </a:ext>
            </a:extLst>
          </p:cNvPr>
          <p:cNvSpPr>
            <a:spLocks noGrp="1"/>
          </p:cNvSpPr>
          <p:nvPr>
            <p:ph type="ctrTitle"/>
          </p:nvPr>
        </p:nvSpPr>
        <p:spPr/>
        <p:txBody>
          <a:bodyPr/>
          <a:lstStyle/>
          <a:p>
            <a:r>
              <a:rPr lang="en-IN" b="1" dirty="0"/>
              <a:t>Types of computers</a:t>
            </a:r>
          </a:p>
        </p:txBody>
      </p:sp>
      <p:sp>
        <p:nvSpPr>
          <p:cNvPr id="3" name="Subtitle 2">
            <a:extLst>
              <a:ext uri="{FF2B5EF4-FFF2-40B4-BE49-F238E27FC236}">
                <a16:creationId xmlns:a16="http://schemas.microsoft.com/office/drawing/2014/main" id="{BD4332B9-C550-11CB-018E-05001F8D7975}"/>
              </a:ext>
            </a:extLst>
          </p:cNvPr>
          <p:cNvSpPr>
            <a:spLocks noGrp="1"/>
          </p:cNvSpPr>
          <p:nvPr>
            <p:ph type="subTitle" idx="1"/>
          </p:nvPr>
        </p:nvSpPr>
        <p:spPr/>
        <p:txBody>
          <a:bodyPr/>
          <a:lstStyle/>
          <a:p>
            <a:pPr algn="l"/>
            <a:r>
              <a:rPr lang="en-IN" dirty="0">
                <a:solidFill>
                  <a:schemeClr val="tx1"/>
                </a:solidFill>
              </a:rPr>
              <a:t>Computers are grouped by size, power, and how they process data. The main categories include supercomputers, mainframes, minicomputers, and microcomputers (personal computers).</a:t>
            </a:r>
          </a:p>
        </p:txBody>
      </p:sp>
    </p:spTree>
    <p:extLst>
      <p:ext uri="{BB962C8B-B14F-4D97-AF65-F5344CB8AC3E}">
        <p14:creationId xmlns:p14="http://schemas.microsoft.com/office/powerpoint/2010/main" val="142870658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B588CBBD-59B8-C773-F471-2F8E500D5D25}"/>
              </a:ext>
            </a:extLst>
          </p:cNvPr>
          <p:cNvSpPr txBox="1"/>
          <p:nvPr/>
        </p:nvSpPr>
        <p:spPr>
          <a:xfrm>
            <a:off x="284480" y="194941"/>
            <a:ext cx="4572000" cy="584775"/>
          </a:xfrm>
          <a:prstGeom prst="rect">
            <a:avLst/>
          </a:prstGeom>
          <a:noFill/>
        </p:spPr>
        <p:txBody>
          <a:bodyPr wrap="square" rtlCol="0">
            <a:spAutoFit/>
          </a:bodyPr>
          <a:lstStyle/>
          <a:p>
            <a:r>
              <a:rPr lang="en-IN" sz="3200" b="1" dirty="0">
                <a:latin typeface="Calibri" panose="020F0502020204030204" pitchFamily="34" charset="0"/>
                <a:ea typeface="Calibri" panose="020F0502020204030204" pitchFamily="34" charset="0"/>
                <a:cs typeface="Calibri" panose="020F0502020204030204" pitchFamily="34" charset="0"/>
              </a:rPr>
              <a:t>Types of Computers</a:t>
            </a:r>
          </a:p>
        </p:txBody>
      </p:sp>
      <p:pic>
        <p:nvPicPr>
          <p:cNvPr id="7" name="Picture 6">
            <a:extLst>
              <a:ext uri="{FF2B5EF4-FFF2-40B4-BE49-F238E27FC236}">
                <a16:creationId xmlns:a16="http://schemas.microsoft.com/office/drawing/2014/main" id="{94120F19-86E4-0987-E849-D10926B08023}"/>
              </a:ext>
            </a:extLst>
          </p:cNvPr>
          <p:cNvPicPr>
            <a:picLocks noChangeAspect="1"/>
          </p:cNvPicPr>
          <p:nvPr/>
        </p:nvPicPr>
        <p:blipFill>
          <a:blip r:embed="rId2"/>
          <a:srcRect l="6000"/>
          <a:stretch>
            <a:fillRect/>
          </a:stretch>
        </p:blipFill>
        <p:spPr>
          <a:xfrm>
            <a:off x="193040" y="1574800"/>
            <a:ext cx="8595360" cy="4277360"/>
          </a:xfrm>
          <a:prstGeom prst="rect">
            <a:avLst/>
          </a:prstGeom>
        </p:spPr>
      </p:pic>
    </p:spTree>
    <p:extLst>
      <p:ext uri="{BB962C8B-B14F-4D97-AF65-F5344CB8AC3E}">
        <p14:creationId xmlns:p14="http://schemas.microsoft.com/office/powerpoint/2010/main" val="16092994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descr="personal computer">
            <a:extLst>
              <a:ext uri="{FF2B5EF4-FFF2-40B4-BE49-F238E27FC236}">
                <a16:creationId xmlns:a16="http://schemas.microsoft.com/office/drawing/2014/main" id="{6E8FE129-E51F-9876-7C53-E2EAADB8D9A2}"/>
              </a:ext>
            </a:extLst>
          </p:cNvPr>
          <p:cNvPicPr>
            <a:picLocks noChangeAspect="1"/>
          </p:cNvPicPr>
          <p:nvPr/>
        </p:nvPicPr>
        <p:blipFill>
          <a:blip r:embed="rId2"/>
          <a:stretch>
            <a:fillRect/>
          </a:stretch>
        </p:blipFill>
        <p:spPr>
          <a:xfrm>
            <a:off x="0" y="810260"/>
            <a:ext cx="3344742" cy="1672371"/>
          </a:xfrm>
          <a:prstGeom prst="rect">
            <a:avLst/>
          </a:prstGeom>
        </p:spPr>
      </p:pic>
      <p:sp>
        <p:nvSpPr>
          <p:cNvPr id="8" name="TextBox 7">
            <a:extLst>
              <a:ext uri="{FF2B5EF4-FFF2-40B4-BE49-F238E27FC236}">
                <a16:creationId xmlns:a16="http://schemas.microsoft.com/office/drawing/2014/main" id="{DEA6E130-6155-2B38-68BF-30F4DDE22078}"/>
              </a:ext>
            </a:extLst>
          </p:cNvPr>
          <p:cNvSpPr txBox="1"/>
          <p:nvPr/>
        </p:nvSpPr>
        <p:spPr>
          <a:xfrm>
            <a:off x="0" y="2461817"/>
            <a:ext cx="4572000" cy="307777"/>
          </a:xfrm>
          <a:prstGeom prst="rect">
            <a:avLst/>
          </a:prstGeom>
          <a:noFill/>
        </p:spPr>
        <p:txBody>
          <a:bodyPr wrap="square">
            <a:spAutoFit/>
          </a:bodyPr>
          <a:lstStyle/>
          <a:p>
            <a:pPr>
              <a:buNone/>
            </a:pPr>
            <a:r>
              <a:rPr lang="en-IN" b="1" dirty="0"/>
              <a:t>1. Personal Computer (Microcomputer)</a:t>
            </a:r>
          </a:p>
        </p:txBody>
      </p:sp>
      <p:pic>
        <p:nvPicPr>
          <p:cNvPr id="9" name="Picture 8" descr="minicomputers">
            <a:extLst>
              <a:ext uri="{FF2B5EF4-FFF2-40B4-BE49-F238E27FC236}">
                <a16:creationId xmlns:a16="http://schemas.microsoft.com/office/drawing/2014/main" id="{8A6857F0-3D05-7993-71E8-D915C72FC822}"/>
              </a:ext>
            </a:extLst>
          </p:cNvPr>
          <p:cNvPicPr>
            <a:picLocks noChangeAspect="1"/>
          </p:cNvPicPr>
          <p:nvPr/>
        </p:nvPicPr>
        <p:blipFill>
          <a:blip r:embed="rId3"/>
          <a:stretch>
            <a:fillRect/>
          </a:stretch>
        </p:blipFill>
        <p:spPr>
          <a:xfrm>
            <a:off x="4572000" y="892696"/>
            <a:ext cx="3220720" cy="1610360"/>
          </a:xfrm>
          <a:prstGeom prst="rect">
            <a:avLst/>
          </a:prstGeom>
        </p:spPr>
      </p:pic>
      <p:sp>
        <p:nvSpPr>
          <p:cNvPr id="11" name="TextBox 10">
            <a:extLst>
              <a:ext uri="{FF2B5EF4-FFF2-40B4-BE49-F238E27FC236}">
                <a16:creationId xmlns:a16="http://schemas.microsoft.com/office/drawing/2014/main" id="{2BDC0738-54B6-E52E-2417-F9286BD92B20}"/>
              </a:ext>
            </a:extLst>
          </p:cNvPr>
          <p:cNvSpPr txBox="1"/>
          <p:nvPr/>
        </p:nvSpPr>
        <p:spPr>
          <a:xfrm>
            <a:off x="4572000" y="2475077"/>
            <a:ext cx="3645535" cy="307777"/>
          </a:xfrm>
          <a:prstGeom prst="rect">
            <a:avLst/>
          </a:prstGeom>
          <a:noFill/>
        </p:spPr>
        <p:txBody>
          <a:bodyPr wrap="square">
            <a:spAutoFit/>
          </a:bodyPr>
          <a:lstStyle/>
          <a:p>
            <a:pPr>
              <a:buNone/>
            </a:pPr>
            <a:r>
              <a:rPr lang="en-IN" b="1" dirty="0"/>
              <a:t>2. Minicomputer</a:t>
            </a:r>
          </a:p>
        </p:txBody>
      </p:sp>
      <p:pic>
        <p:nvPicPr>
          <p:cNvPr id="12" name="Picture 11" descr="server">
            <a:extLst>
              <a:ext uri="{FF2B5EF4-FFF2-40B4-BE49-F238E27FC236}">
                <a16:creationId xmlns:a16="http://schemas.microsoft.com/office/drawing/2014/main" id="{299A3F71-312F-B9F9-CF24-13D1BAD97A2C}"/>
              </a:ext>
            </a:extLst>
          </p:cNvPr>
          <p:cNvPicPr>
            <a:picLocks noChangeAspect="1"/>
          </p:cNvPicPr>
          <p:nvPr/>
        </p:nvPicPr>
        <p:blipFill>
          <a:blip r:embed="rId4"/>
          <a:stretch>
            <a:fillRect/>
          </a:stretch>
        </p:blipFill>
        <p:spPr>
          <a:xfrm>
            <a:off x="0" y="2751423"/>
            <a:ext cx="3328670" cy="1664335"/>
          </a:xfrm>
          <a:prstGeom prst="rect">
            <a:avLst/>
          </a:prstGeom>
        </p:spPr>
      </p:pic>
      <p:sp>
        <p:nvSpPr>
          <p:cNvPr id="14" name="TextBox 13">
            <a:extLst>
              <a:ext uri="{FF2B5EF4-FFF2-40B4-BE49-F238E27FC236}">
                <a16:creationId xmlns:a16="http://schemas.microsoft.com/office/drawing/2014/main" id="{91F6165B-BF1D-43AF-2517-AC8CC297D5AD}"/>
              </a:ext>
            </a:extLst>
          </p:cNvPr>
          <p:cNvSpPr txBox="1"/>
          <p:nvPr/>
        </p:nvSpPr>
        <p:spPr>
          <a:xfrm>
            <a:off x="0" y="4457080"/>
            <a:ext cx="1828800" cy="307777"/>
          </a:xfrm>
          <a:prstGeom prst="rect">
            <a:avLst/>
          </a:prstGeom>
          <a:noFill/>
        </p:spPr>
        <p:txBody>
          <a:bodyPr wrap="square">
            <a:spAutoFit/>
          </a:bodyPr>
          <a:lstStyle/>
          <a:p>
            <a:pPr>
              <a:buNone/>
            </a:pPr>
            <a:r>
              <a:rPr lang="en-IN" b="1" dirty="0"/>
              <a:t>3. Server</a:t>
            </a:r>
          </a:p>
        </p:txBody>
      </p:sp>
      <p:pic>
        <p:nvPicPr>
          <p:cNvPr id="15" name="Picture 14" descr="workstation">
            <a:extLst>
              <a:ext uri="{FF2B5EF4-FFF2-40B4-BE49-F238E27FC236}">
                <a16:creationId xmlns:a16="http://schemas.microsoft.com/office/drawing/2014/main" id="{B0584D2F-3422-E06A-BBBD-6D1B7803B340}"/>
              </a:ext>
            </a:extLst>
          </p:cNvPr>
          <p:cNvPicPr>
            <a:picLocks noChangeAspect="1"/>
          </p:cNvPicPr>
          <p:nvPr/>
        </p:nvPicPr>
        <p:blipFill>
          <a:blip r:embed="rId5"/>
          <a:stretch>
            <a:fillRect/>
          </a:stretch>
        </p:blipFill>
        <p:spPr>
          <a:xfrm>
            <a:off x="4572000" y="2804916"/>
            <a:ext cx="3247390" cy="1623695"/>
          </a:xfrm>
          <a:prstGeom prst="rect">
            <a:avLst/>
          </a:prstGeom>
        </p:spPr>
      </p:pic>
      <p:sp>
        <p:nvSpPr>
          <p:cNvPr id="17" name="TextBox 16">
            <a:extLst>
              <a:ext uri="{FF2B5EF4-FFF2-40B4-BE49-F238E27FC236}">
                <a16:creationId xmlns:a16="http://schemas.microsoft.com/office/drawing/2014/main" id="{47E78789-3263-3DEB-08C2-49E87B32A6EA}"/>
              </a:ext>
            </a:extLst>
          </p:cNvPr>
          <p:cNvSpPr txBox="1"/>
          <p:nvPr/>
        </p:nvSpPr>
        <p:spPr>
          <a:xfrm>
            <a:off x="4491990" y="4418095"/>
            <a:ext cx="3645535" cy="307777"/>
          </a:xfrm>
          <a:prstGeom prst="rect">
            <a:avLst/>
          </a:prstGeom>
          <a:noFill/>
        </p:spPr>
        <p:txBody>
          <a:bodyPr wrap="square">
            <a:spAutoFit/>
          </a:bodyPr>
          <a:lstStyle/>
          <a:p>
            <a:pPr>
              <a:buNone/>
            </a:pPr>
            <a:r>
              <a:rPr lang="en-IN" b="1" dirty="0"/>
              <a:t>4. Workstation</a:t>
            </a:r>
          </a:p>
        </p:txBody>
      </p:sp>
      <p:pic>
        <p:nvPicPr>
          <p:cNvPr id="18" name="Picture 17" descr="mainframe computer">
            <a:extLst>
              <a:ext uri="{FF2B5EF4-FFF2-40B4-BE49-F238E27FC236}">
                <a16:creationId xmlns:a16="http://schemas.microsoft.com/office/drawing/2014/main" id="{0F852C5E-3D6D-EE63-E720-A31184121C0F}"/>
              </a:ext>
            </a:extLst>
          </p:cNvPr>
          <p:cNvPicPr>
            <a:picLocks noChangeAspect="1"/>
          </p:cNvPicPr>
          <p:nvPr/>
        </p:nvPicPr>
        <p:blipFill>
          <a:blip r:embed="rId6"/>
          <a:stretch>
            <a:fillRect/>
          </a:stretch>
        </p:blipFill>
        <p:spPr>
          <a:xfrm>
            <a:off x="69850" y="4725872"/>
            <a:ext cx="3258820" cy="1629410"/>
          </a:xfrm>
          <a:prstGeom prst="rect">
            <a:avLst/>
          </a:prstGeom>
        </p:spPr>
      </p:pic>
      <p:sp>
        <p:nvSpPr>
          <p:cNvPr id="20" name="TextBox 19">
            <a:extLst>
              <a:ext uri="{FF2B5EF4-FFF2-40B4-BE49-F238E27FC236}">
                <a16:creationId xmlns:a16="http://schemas.microsoft.com/office/drawing/2014/main" id="{DB5F08BE-DCDA-2F13-2510-9F19167BA3F5}"/>
              </a:ext>
            </a:extLst>
          </p:cNvPr>
          <p:cNvSpPr txBox="1"/>
          <p:nvPr/>
        </p:nvSpPr>
        <p:spPr>
          <a:xfrm>
            <a:off x="69850" y="6355282"/>
            <a:ext cx="3328670" cy="307777"/>
          </a:xfrm>
          <a:prstGeom prst="rect">
            <a:avLst/>
          </a:prstGeom>
          <a:noFill/>
        </p:spPr>
        <p:txBody>
          <a:bodyPr wrap="square">
            <a:spAutoFit/>
          </a:bodyPr>
          <a:lstStyle/>
          <a:p>
            <a:pPr>
              <a:buNone/>
            </a:pPr>
            <a:r>
              <a:rPr lang="en-IN" b="1" dirty="0"/>
              <a:t>5. Mainframe</a:t>
            </a:r>
          </a:p>
        </p:txBody>
      </p:sp>
      <p:pic>
        <p:nvPicPr>
          <p:cNvPr id="21" name="Picture 20" descr="supercomputer">
            <a:extLst>
              <a:ext uri="{FF2B5EF4-FFF2-40B4-BE49-F238E27FC236}">
                <a16:creationId xmlns:a16="http://schemas.microsoft.com/office/drawing/2014/main" id="{E4864E2C-6E46-B74A-2351-3302F11ADAB9}"/>
              </a:ext>
            </a:extLst>
          </p:cNvPr>
          <p:cNvPicPr>
            <a:picLocks noChangeAspect="1"/>
          </p:cNvPicPr>
          <p:nvPr/>
        </p:nvPicPr>
        <p:blipFill>
          <a:blip r:embed="rId7"/>
          <a:stretch>
            <a:fillRect/>
          </a:stretch>
        </p:blipFill>
        <p:spPr>
          <a:xfrm>
            <a:off x="4572000" y="4708409"/>
            <a:ext cx="3328670" cy="1664335"/>
          </a:xfrm>
          <a:prstGeom prst="rect">
            <a:avLst/>
          </a:prstGeom>
        </p:spPr>
      </p:pic>
      <p:sp>
        <p:nvSpPr>
          <p:cNvPr id="23" name="TextBox 22">
            <a:extLst>
              <a:ext uri="{FF2B5EF4-FFF2-40B4-BE49-F238E27FC236}">
                <a16:creationId xmlns:a16="http://schemas.microsoft.com/office/drawing/2014/main" id="{B380278A-2247-D242-1459-044BCFFB3A8C}"/>
              </a:ext>
            </a:extLst>
          </p:cNvPr>
          <p:cNvSpPr txBox="1"/>
          <p:nvPr/>
        </p:nvSpPr>
        <p:spPr>
          <a:xfrm>
            <a:off x="4491990" y="6372744"/>
            <a:ext cx="3499485" cy="307777"/>
          </a:xfrm>
          <a:prstGeom prst="rect">
            <a:avLst/>
          </a:prstGeom>
          <a:noFill/>
        </p:spPr>
        <p:txBody>
          <a:bodyPr wrap="square">
            <a:spAutoFit/>
          </a:bodyPr>
          <a:lstStyle/>
          <a:p>
            <a:pPr>
              <a:buNone/>
            </a:pPr>
            <a:r>
              <a:rPr lang="en-IN" b="1" dirty="0"/>
              <a:t>6. Supercomputer</a:t>
            </a:r>
          </a:p>
        </p:txBody>
      </p:sp>
    </p:spTree>
    <p:extLst>
      <p:ext uri="{BB962C8B-B14F-4D97-AF65-F5344CB8AC3E}">
        <p14:creationId xmlns:p14="http://schemas.microsoft.com/office/powerpoint/2010/main" val="368105210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1FA2CD-F0ED-ED0D-9B73-3C304C694BE5}"/>
              </a:ext>
            </a:extLst>
          </p:cNvPr>
          <p:cNvSpPr>
            <a:spLocks noGrp="1"/>
          </p:cNvSpPr>
          <p:nvPr>
            <p:ph type="ctrTitle"/>
          </p:nvPr>
        </p:nvSpPr>
        <p:spPr/>
        <p:txBody>
          <a:bodyPr/>
          <a:lstStyle/>
          <a:p>
            <a:r>
              <a:rPr lang="en-IN" b="1" dirty="0"/>
              <a:t>Classification by Size and Power</a:t>
            </a:r>
          </a:p>
        </p:txBody>
      </p:sp>
      <p:sp>
        <p:nvSpPr>
          <p:cNvPr id="3" name="Subtitle 2">
            <a:extLst>
              <a:ext uri="{FF2B5EF4-FFF2-40B4-BE49-F238E27FC236}">
                <a16:creationId xmlns:a16="http://schemas.microsoft.com/office/drawing/2014/main" id="{A91E1320-C975-C6B9-D08B-88E4074F2E54}"/>
              </a:ext>
            </a:extLst>
          </p:cNvPr>
          <p:cNvSpPr>
            <a:spLocks noGrp="1"/>
          </p:cNvSpPr>
          <p:nvPr>
            <p:ph type="subTitle" idx="1"/>
          </p:nvPr>
        </p:nvSpPr>
        <p:spPr/>
        <p:txBody>
          <a:bodyPr/>
          <a:lstStyle/>
          <a:p>
            <a:r>
              <a:rPr lang="en-IN" b="1" dirty="0">
                <a:solidFill>
                  <a:schemeClr val="tx1"/>
                </a:solidFill>
              </a:rPr>
              <a:t>Supercomputer:</a:t>
            </a:r>
            <a:r>
              <a:rPr lang="en-IN" dirty="0">
                <a:solidFill>
                  <a:schemeClr val="tx1"/>
                </a:solidFill>
              </a:rPr>
              <a:t> The fastest and most powerful machines. They handle massive scientific calculations, climate research, and weather forecasting</a:t>
            </a:r>
          </a:p>
          <a:p>
            <a:endParaRPr lang="en-IN" dirty="0">
              <a:solidFill>
                <a:schemeClr val="tx1"/>
              </a:solidFill>
            </a:endParaRPr>
          </a:p>
          <a:p>
            <a:r>
              <a:rPr lang="en-IN" b="1" dirty="0">
                <a:solidFill>
                  <a:schemeClr val="tx1"/>
                </a:solidFill>
              </a:rPr>
              <a:t>Mainframe Computer:</a:t>
            </a:r>
            <a:r>
              <a:rPr lang="en-IN" dirty="0">
                <a:solidFill>
                  <a:schemeClr val="tx1"/>
                </a:solidFill>
              </a:rPr>
              <a:t> Large, highly secure systems built to process millions of transactions simultaneously. Used by banks and big companies</a:t>
            </a:r>
          </a:p>
        </p:txBody>
      </p:sp>
    </p:spTree>
    <p:extLst>
      <p:ext uri="{BB962C8B-B14F-4D97-AF65-F5344CB8AC3E}">
        <p14:creationId xmlns:p14="http://schemas.microsoft.com/office/powerpoint/2010/main" val="314317766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D46E6F-44E8-7400-5BA0-2A5A2CB47F36}"/>
              </a:ext>
            </a:extLst>
          </p:cNvPr>
          <p:cNvSpPr>
            <a:spLocks noGrp="1"/>
          </p:cNvSpPr>
          <p:nvPr>
            <p:ph type="ctrTitle"/>
          </p:nvPr>
        </p:nvSpPr>
        <p:spPr/>
        <p:txBody>
          <a:bodyPr/>
          <a:lstStyle/>
          <a:p>
            <a:r>
              <a:rPr lang="en-IN" dirty="0" err="1"/>
              <a:t>Cont</a:t>
            </a:r>
            <a:r>
              <a:rPr lang="en-IN" dirty="0"/>
              <a:t>…</a:t>
            </a:r>
          </a:p>
        </p:txBody>
      </p:sp>
      <p:sp>
        <p:nvSpPr>
          <p:cNvPr id="3" name="Subtitle 2">
            <a:extLst>
              <a:ext uri="{FF2B5EF4-FFF2-40B4-BE49-F238E27FC236}">
                <a16:creationId xmlns:a16="http://schemas.microsoft.com/office/drawing/2014/main" id="{E51B6158-6334-98D7-886C-C48BCB4A5022}"/>
              </a:ext>
            </a:extLst>
          </p:cNvPr>
          <p:cNvSpPr>
            <a:spLocks noGrp="1"/>
          </p:cNvSpPr>
          <p:nvPr>
            <p:ph type="subTitle" idx="1"/>
          </p:nvPr>
        </p:nvSpPr>
        <p:spPr/>
        <p:txBody>
          <a:bodyPr/>
          <a:lstStyle/>
          <a:p>
            <a:r>
              <a:rPr lang="en-IN" b="1" dirty="0">
                <a:solidFill>
                  <a:schemeClr val="tx1"/>
                </a:solidFill>
              </a:rPr>
              <a:t>Minicomputer (Mid-range):</a:t>
            </a:r>
            <a:r>
              <a:rPr lang="en-IN" dirty="0">
                <a:solidFill>
                  <a:schemeClr val="tx1"/>
                </a:solidFill>
              </a:rPr>
              <a:t> Medium-sized computers that sit between mainframes and microcomputers. They support multiple users for business tasks.</a:t>
            </a:r>
          </a:p>
          <a:p>
            <a:r>
              <a:rPr lang="en-IN" b="1" dirty="0">
                <a:solidFill>
                  <a:schemeClr val="tx1"/>
                </a:solidFill>
              </a:rPr>
              <a:t>Microcomputer (Personal Computer):</a:t>
            </a:r>
            <a:r>
              <a:rPr lang="en-IN" dirty="0">
                <a:solidFill>
                  <a:schemeClr val="tx1"/>
                </a:solidFill>
              </a:rPr>
              <a:t> Small, affordable devices for individual use. This group includes desktops, laptops, tablets, and smartphones.</a:t>
            </a:r>
          </a:p>
        </p:txBody>
      </p:sp>
    </p:spTree>
    <p:extLst>
      <p:ext uri="{BB962C8B-B14F-4D97-AF65-F5344CB8AC3E}">
        <p14:creationId xmlns:p14="http://schemas.microsoft.com/office/powerpoint/2010/main" val="285300638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E5F528-B909-6D06-7BFF-14CEFBCE0C51}"/>
              </a:ext>
            </a:extLst>
          </p:cNvPr>
          <p:cNvSpPr>
            <a:spLocks noGrp="1"/>
          </p:cNvSpPr>
          <p:nvPr>
            <p:ph type="title"/>
          </p:nvPr>
        </p:nvSpPr>
        <p:spPr/>
        <p:txBody>
          <a:bodyPr/>
          <a:lstStyle/>
          <a:p>
            <a:r>
              <a:rPr lang="en-IN" dirty="0"/>
              <a:t>Microcomputer Models</a:t>
            </a:r>
          </a:p>
        </p:txBody>
      </p:sp>
      <p:pic>
        <p:nvPicPr>
          <p:cNvPr id="5" name="Picture 4">
            <a:extLst>
              <a:ext uri="{FF2B5EF4-FFF2-40B4-BE49-F238E27FC236}">
                <a16:creationId xmlns:a16="http://schemas.microsoft.com/office/drawing/2014/main" id="{62DAC7C1-9FD1-352C-2904-A0661B100E6B}"/>
              </a:ext>
            </a:extLst>
          </p:cNvPr>
          <p:cNvPicPr>
            <a:picLocks noChangeAspect="1"/>
          </p:cNvPicPr>
          <p:nvPr/>
        </p:nvPicPr>
        <p:blipFill>
          <a:blip r:embed="rId2"/>
          <a:stretch>
            <a:fillRect/>
          </a:stretch>
        </p:blipFill>
        <p:spPr>
          <a:xfrm>
            <a:off x="462784" y="1136028"/>
            <a:ext cx="8218431" cy="5031092"/>
          </a:xfrm>
          <a:prstGeom prst="rect">
            <a:avLst/>
          </a:prstGeom>
        </p:spPr>
      </p:pic>
    </p:spTree>
    <p:extLst>
      <p:ext uri="{BB962C8B-B14F-4D97-AF65-F5344CB8AC3E}">
        <p14:creationId xmlns:p14="http://schemas.microsoft.com/office/powerpoint/2010/main" val="364794794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4F9F2B-5610-8F29-60AA-F7FD787FE613}"/>
              </a:ext>
            </a:extLst>
          </p:cNvPr>
          <p:cNvSpPr>
            <a:spLocks noGrp="1"/>
          </p:cNvSpPr>
          <p:nvPr>
            <p:ph type="ctrTitle"/>
          </p:nvPr>
        </p:nvSpPr>
        <p:spPr/>
        <p:txBody>
          <a:bodyPr/>
          <a:lstStyle/>
          <a:p>
            <a:r>
              <a:rPr lang="en-IN" b="1" dirty="0"/>
              <a:t>Classification by Operation</a:t>
            </a:r>
          </a:p>
        </p:txBody>
      </p:sp>
      <p:sp>
        <p:nvSpPr>
          <p:cNvPr id="3" name="Subtitle 2">
            <a:extLst>
              <a:ext uri="{FF2B5EF4-FFF2-40B4-BE49-F238E27FC236}">
                <a16:creationId xmlns:a16="http://schemas.microsoft.com/office/drawing/2014/main" id="{576C3D1B-3231-B99B-6500-F71DF038505D}"/>
              </a:ext>
            </a:extLst>
          </p:cNvPr>
          <p:cNvSpPr>
            <a:spLocks noGrp="1"/>
          </p:cNvSpPr>
          <p:nvPr>
            <p:ph type="subTitle" idx="1"/>
          </p:nvPr>
        </p:nvSpPr>
        <p:spPr/>
        <p:txBody>
          <a:bodyPr/>
          <a:lstStyle/>
          <a:p>
            <a:pPr algn="just"/>
            <a:r>
              <a:rPr lang="en-IN" b="1" dirty="0">
                <a:solidFill>
                  <a:schemeClr val="tx1"/>
                </a:solidFill>
              </a:rPr>
              <a:t>Analog Computer:</a:t>
            </a:r>
            <a:r>
              <a:rPr lang="en-IN" dirty="0">
                <a:solidFill>
                  <a:schemeClr val="tx1"/>
                </a:solidFill>
              </a:rPr>
              <a:t> </a:t>
            </a:r>
            <a:r>
              <a:rPr lang="en-US" dirty="0">
                <a:solidFill>
                  <a:schemeClr val="tx1"/>
                </a:solidFill>
              </a:rPr>
              <a:t>Analog computers are used mainly for measurement, monitoring, simulation, and control of continuously changing physical quantities. Aircraft and flight simulation </a:t>
            </a:r>
            <a:endParaRPr lang="en-IN" dirty="0">
              <a:solidFill>
                <a:schemeClr val="tx1"/>
              </a:solidFill>
            </a:endParaRPr>
          </a:p>
          <a:p>
            <a:pPr algn="just"/>
            <a:r>
              <a:rPr lang="en-IN" b="1" dirty="0">
                <a:solidFill>
                  <a:schemeClr val="tx1"/>
                </a:solidFill>
              </a:rPr>
              <a:t>Digital Computer:</a:t>
            </a:r>
            <a:r>
              <a:rPr lang="en-IN" dirty="0">
                <a:solidFill>
                  <a:schemeClr val="tx1"/>
                </a:solidFill>
              </a:rPr>
              <a:t> Works with discrete values or binary data (0s and 1s). This is the standard type used for modern laptops, phones, and servers</a:t>
            </a:r>
            <a:r>
              <a:rPr lang="en-IN" dirty="0"/>
              <a:t>.</a:t>
            </a:r>
          </a:p>
        </p:txBody>
      </p:sp>
    </p:spTree>
    <p:extLst>
      <p:ext uri="{BB962C8B-B14F-4D97-AF65-F5344CB8AC3E}">
        <p14:creationId xmlns:p14="http://schemas.microsoft.com/office/powerpoint/2010/main" val="157351193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DA9A57-45E4-EDA2-FCEC-B216612BEA02}"/>
              </a:ext>
            </a:extLst>
          </p:cNvPr>
          <p:cNvSpPr>
            <a:spLocks noGrp="1"/>
          </p:cNvSpPr>
          <p:nvPr>
            <p:ph type="ctrTitle"/>
          </p:nvPr>
        </p:nvSpPr>
        <p:spPr/>
        <p:txBody>
          <a:bodyPr/>
          <a:lstStyle/>
          <a:p>
            <a:r>
              <a:rPr lang="en-IN" b="1" dirty="0" err="1"/>
              <a:t>Cont</a:t>
            </a:r>
            <a:r>
              <a:rPr lang="en-IN" b="1" dirty="0"/>
              <a:t>…</a:t>
            </a:r>
          </a:p>
        </p:txBody>
      </p:sp>
      <p:sp>
        <p:nvSpPr>
          <p:cNvPr id="3" name="Subtitle 2">
            <a:extLst>
              <a:ext uri="{FF2B5EF4-FFF2-40B4-BE49-F238E27FC236}">
                <a16:creationId xmlns:a16="http://schemas.microsoft.com/office/drawing/2014/main" id="{51788A00-3272-ECDC-5F82-49532A703FCA}"/>
              </a:ext>
            </a:extLst>
          </p:cNvPr>
          <p:cNvSpPr>
            <a:spLocks noGrp="1"/>
          </p:cNvSpPr>
          <p:nvPr>
            <p:ph type="subTitle" idx="1"/>
          </p:nvPr>
        </p:nvSpPr>
        <p:spPr/>
        <p:txBody>
          <a:bodyPr/>
          <a:lstStyle/>
          <a:p>
            <a:r>
              <a:rPr lang="en-IN" b="1" dirty="0">
                <a:solidFill>
                  <a:schemeClr val="tx1"/>
                </a:solidFill>
              </a:rPr>
              <a:t>Hybrid Computer:</a:t>
            </a:r>
            <a:r>
              <a:rPr lang="en-IN" dirty="0">
                <a:solidFill>
                  <a:schemeClr val="tx1"/>
                </a:solidFill>
              </a:rPr>
              <a:t> Combines features of both </a:t>
            </a:r>
            <a:r>
              <a:rPr lang="en-IN" dirty="0" err="1">
                <a:solidFill>
                  <a:schemeClr val="tx1"/>
                </a:solidFill>
              </a:rPr>
              <a:t>analog</a:t>
            </a:r>
            <a:r>
              <a:rPr lang="en-IN" dirty="0">
                <a:solidFill>
                  <a:schemeClr val="tx1"/>
                </a:solidFill>
              </a:rPr>
              <a:t> and digital types. It uses </a:t>
            </a:r>
            <a:r>
              <a:rPr lang="en-IN" dirty="0" err="1">
                <a:solidFill>
                  <a:schemeClr val="tx1"/>
                </a:solidFill>
              </a:rPr>
              <a:t>analog</a:t>
            </a:r>
            <a:r>
              <a:rPr lang="en-IN" dirty="0">
                <a:solidFill>
                  <a:schemeClr val="tx1"/>
                </a:solidFill>
              </a:rPr>
              <a:t> speed with digital memory, often found in medical and industrial setups.</a:t>
            </a:r>
          </a:p>
        </p:txBody>
      </p:sp>
    </p:spTree>
    <p:extLst>
      <p:ext uri="{BB962C8B-B14F-4D97-AF65-F5344CB8AC3E}">
        <p14:creationId xmlns:p14="http://schemas.microsoft.com/office/powerpoint/2010/main" val="307831751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e 3">
            <a:extLst>
              <a:ext uri="{FF2B5EF4-FFF2-40B4-BE49-F238E27FC236}">
                <a16:creationId xmlns:a16="http://schemas.microsoft.com/office/drawing/2014/main" id="{2B70D30C-37CA-1ED0-680E-988565CDB863}"/>
              </a:ext>
            </a:extLst>
          </p:cNvPr>
          <p:cNvGraphicFramePr>
            <a:graphicFrameLocks noGrp="1"/>
          </p:cNvGraphicFramePr>
          <p:nvPr>
            <p:extLst>
              <p:ext uri="{D42A27DB-BD31-4B8C-83A1-F6EECF244321}">
                <p14:modId xmlns:p14="http://schemas.microsoft.com/office/powerpoint/2010/main" val="2794264166"/>
              </p:ext>
            </p:extLst>
          </p:nvPr>
        </p:nvGraphicFramePr>
        <p:xfrm>
          <a:off x="40641" y="865151"/>
          <a:ext cx="9062718" cy="5992849"/>
        </p:xfrm>
        <a:graphic>
          <a:graphicData uri="http://schemas.openxmlformats.org/drawingml/2006/table">
            <a:tbl>
              <a:tblPr>
                <a:tableStyleId>{0505E3EF-67EA-436B-97B2-0124C06EBD24}</a:tableStyleId>
              </a:tblPr>
              <a:tblGrid>
                <a:gridCol w="1294674">
                  <a:extLst>
                    <a:ext uri="{9D8B030D-6E8A-4147-A177-3AD203B41FA5}">
                      <a16:colId xmlns:a16="http://schemas.microsoft.com/office/drawing/2014/main" val="1489630108"/>
                    </a:ext>
                  </a:extLst>
                </a:gridCol>
                <a:gridCol w="1285966">
                  <a:extLst>
                    <a:ext uri="{9D8B030D-6E8A-4147-A177-3AD203B41FA5}">
                      <a16:colId xmlns:a16="http://schemas.microsoft.com/office/drawing/2014/main" val="3797714093"/>
                    </a:ext>
                  </a:extLst>
                </a:gridCol>
                <a:gridCol w="1178560">
                  <a:extLst>
                    <a:ext uri="{9D8B030D-6E8A-4147-A177-3AD203B41FA5}">
                      <a16:colId xmlns:a16="http://schemas.microsoft.com/office/drawing/2014/main" val="1648753041"/>
                    </a:ext>
                  </a:extLst>
                </a:gridCol>
                <a:gridCol w="1300480">
                  <a:extLst>
                    <a:ext uri="{9D8B030D-6E8A-4147-A177-3AD203B41FA5}">
                      <a16:colId xmlns:a16="http://schemas.microsoft.com/office/drawing/2014/main" val="3844164527"/>
                    </a:ext>
                  </a:extLst>
                </a:gridCol>
                <a:gridCol w="1413690">
                  <a:extLst>
                    <a:ext uri="{9D8B030D-6E8A-4147-A177-3AD203B41FA5}">
                      <a16:colId xmlns:a16="http://schemas.microsoft.com/office/drawing/2014/main" val="2791244539"/>
                    </a:ext>
                  </a:extLst>
                </a:gridCol>
                <a:gridCol w="1294674">
                  <a:extLst>
                    <a:ext uri="{9D8B030D-6E8A-4147-A177-3AD203B41FA5}">
                      <a16:colId xmlns:a16="http://schemas.microsoft.com/office/drawing/2014/main" val="2055145813"/>
                    </a:ext>
                  </a:extLst>
                </a:gridCol>
                <a:gridCol w="1294674">
                  <a:extLst>
                    <a:ext uri="{9D8B030D-6E8A-4147-A177-3AD203B41FA5}">
                      <a16:colId xmlns:a16="http://schemas.microsoft.com/office/drawing/2014/main" val="1037145251"/>
                    </a:ext>
                  </a:extLst>
                </a:gridCol>
              </a:tblGrid>
              <a:tr h="455632">
                <a:tc>
                  <a:txBody>
                    <a:bodyPr/>
                    <a:lstStyle/>
                    <a:p>
                      <a:pPr>
                        <a:buNone/>
                      </a:pPr>
                      <a:r>
                        <a:rPr lang="en-IN" sz="1400" b="1" dirty="0">
                          <a:latin typeface="Calibri" panose="020F0502020204030204" pitchFamily="34" charset="0"/>
                          <a:ea typeface="Calibri" panose="020F0502020204030204" pitchFamily="34" charset="0"/>
                          <a:cs typeface="Calibri" panose="020F0502020204030204" pitchFamily="34" charset="0"/>
                        </a:rPr>
                        <a:t>Feature</a:t>
                      </a:r>
                    </a:p>
                  </a:txBody>
                  <a:tcPr marL="39017" marR="39017" marT="19508" marB="19508" anchor="ctr"/>
                </a:tc>
                <a:tc>
                  <a:txBody>
                    <a:bodyPr/>
                    <a:lstStyle/>
                    <a:p>
                      <a:pPr>
                        <a:buNone/>
                      </a:pPr>
                      <a:r>
                        <a:rPr lang="en-IN" sz="1400" b="1" dirty="0">
                          <a:latin typeface="Calibri" panose="020F0502020204030204" pitchFamily="34" charset="0"/>
                          <a:ea typeface="Calibri" panose="020F0502020204030204" pitchFamily="34" charset="0"/>
                          <a:cs typeface="Calibri" panose="020F0502020204030204" pitchFamily="34" charset="0"/>
                        </a:rPr>
                        <a:t>Microcomputer (PC)</a:t>
                      </a:r>
                    </a:p>
                  </a:txBody>
                  <a:tcPr marL="39017" marR="39017" marT="19508" marB="19508" anchor="ctr"/>
                </a:tc>
                <a:tc>
                  <a:txBody>
                    <a:bodyPr/>
                    <a:lstStyle/>
                    <a:p>
                      <a:pPr>
                        <a:buNone/>
                      </a:pPr>
                      <a:r>
                        <a:rPr lang="en-IN" sz="1400" b="1" dirty="0">
                          <a:latin typeface="Calibri" panose="020F0502020204030204" pitchFamily="34" charset="0"/>
                          <a:ea typeface="Calibri" panose="020F0502020204030204" pitchFamily="34" charset="0"/>
                          <a:cs typeface="Calibri" panose="020F0502020204030204" pitchFamily="34" charset="0"/>
                        </a:rPr>
                        <a:t>Minicomputer</a:t>
                      </a:r>
                    </a:p>
                  </a:txBody>
                  <a:tcPr marL="39017" marR="39017" marT="19508" marB="19508" anchor="ctr"/>
                </a:tc>
                <a:tc>
                  <a:txBody>
                    <a:bodyPr/>
                    <a:lstStyle/>
                    <a:p>
                      <a:pPr>
                        <a:buNone/>
                      </a:pPr>
                      <a:r>
                        <a:rPr lang="en-IN" sz="1400" b="1" dirty="0">
                          <a:latin typeface="Calibri" panose="020F0502020204030204" pitchFamily="34" charset="0"/>
                          <a:ea typeface="Calibri" panose="020F0502020204030204" pitchFamily="34" charset="0"/>
                          <a:cs typeface="Calibri" panose="020F0502020204030204" pitchFamily="34" charset="0"/>
                        </a:rPr>
                        <a:t>Mainframe Computer</a:t>
                      </a:r>
                    </a:p>
                  </a:txBody>
                  <a:tcPr marL="39017" marR="39017" marT="19508" marB="19508" anchor="ctr"/>
                </a:tc>
                <a:tc>
                  <a:txBody>
                    <a:bodyPr/>
                    <a:lstStyle/>
                    <a:p>
                      <a:pPr>
                        <a:buNone/>
                      </a:pPr>
                      <a:r>
                        <a:rPr lang="en-IN" sz="1400" b="1" dirty="0">
                          <a:latin typeface="Calibri" panose="020F0502020204030204" pitchFamily="34" charset="0"/>
                          <a:ea typeface="Calibri" panose="020F0502020204030204" pitchFamily="34" charset="0"/>
                          <a:cs typeface="Calibri" panose="020F0502020204030204" pitchFamily="34" charset="0"/>
                        </a:rPr>
                        <a:t>Supercomputer</a:t>
                      </a:r>
                    </a:p>
                  </a:txBody>
                  <a:tcPr marL="39017" marR="39017" marT="19508" marB="19508" anchor="ctr"/>
                </a:tc>
                <a:tc>
                  <a:txBody>
                    <a:bodyPr/>
                    <a:lstStyle/>
                    <a:p>
                      <a:pPr>
                        <a:buNone/>
                      </a:pPr>
                      <a:r>
                        <a:rPr lang="en-IN" sz="1400" b="1" dirty="0">
                          <a:latin typeface="Calibri" panose="020F0502020204030204" pitchFamily="34" charset="0"/>
                          <a:ea typeface="Calibri" panose="020F0502020204030204" pitchFamily="34" charset="0"/>
                          <a:cs typeface="Calibri" panose="020F0502020204030204" pitchFamily="34" charset="0"/>
                        </a:rPr>
                        <a:t>Workstation</a:t>
                      </a:r>
                    </a:p>
                  </a:txBody>
                  <a:tcPr marL="39017" marR="39017" marT="19508" marB="19508" anchor="ctr"/>
                </a:tc>
                <a:tc>
                  <a:txBody>
                    <a:bodyPr/>
                    <a:lstStyle/>
                    <a:p>
                      <a:pPr>
                        <a:buNone/>
                      </a:pPr>
                      <a:r>
                        <a:rPr lang="en-IN" sz="1400" b="1" dirty="0">
                          <a:latin typeface="Calibri" panose="020F0502020204030204" pitchFamily="34" charset="0"/>
                          <a:ea typeface="Calibri" panose="020F0502020204030204" pitchFamily="34" charset="0"/>
                          <a:cs typeface="Calibri" panose="020F0502020204030204" pitchFamily="34" charset="0"/>
                        </a:rPr>
                        <a:t>Server</a:t>
                      </a:r>
                    </a:p>
                  </a:txBody>
                  <a:tcPr marL="39017" marR="39017" marT="19508" marB="19508" anchor="ctr"/>
                </a:tc>
                <a:extLst>
                  <a:ext uri="{0D108BD9-81ED-4DB2-BD59-A6C34878D82A}">
                    <a16:rowId xmlns:a16="http://schemas.microsoft.com/office/drawing/2014/main" val="1477986516"/>
                  </a:ext>
                </a:extLst>
              </a:tr>
              <a:tr h="1073204">
                <a:tc>
                  <a:txBody>
                    <a:bodyPr/>
                    <a:lstStyle/>
                    <a:p>
                      <a:pPr>
                        <a:buNone/>
                      </a:pPr>
                      <a:r>
                        <a:rPr lang="en-IN" sz="1400" b="1">
                          <a:latin typeface="Calibri" panose="020F0502020204030204" pitchFamily="34" charset="0"/>
                          <a:ea typeface="Calibri" panose="020F0502020204030204" pitchFamily="34" charset="0"/>
                          <a:cs typeface="Calibri" panose="020F0502020204030204" pitchFamily="34" charset="0"/>
                        </a:rPr>
                        <a:t>Definition</a:t>
                      </a:r>
                    </a:p>
                  </a:txBody>
                  <a:tcPr marL="39017" marR="39017" marT="19508" marB="19508" anchor="ctr"/>
                </a:tc>
                <a:tc>
                  <a:txBody>
                    <a:bodyPr/>
                    <a:lstStyle/>
                    <a:p>
                      <a:pPr>
                        <a:buNone/>
                      </a:pPr>
                      <a:r>
                        <a:rPr lang="en-IN" sz="1400" b="0">
                          <a:latin typeface="Calibri" panose="020F0502020204030204" pitchFamily="34" charset="0"/>
                          <a:ea typeface="Calibri" panose="020F0502020204030204" pitchFamily="34" charset="0"/>
                          <a:cs typeface="Calibri" panose="020F0502020204030204" pitchFamily="34" charset="0"/>
                        </a:rPr>
                        <a:t>Small computer for a single user</a:t>
                      </a:r>
                    </a:p>
                  </a:txBody>
                  <a:tcPr marL="39017" marR="39017" marT="19508" marB="19508" anchor="ctr"/>
                </a:tc>
                <a:tc>
                  <a:txBody>
                    <a:bodyPr/>
                    <a:lstStyle/>
                    <a:p>
                      <a:pPr>
                        <a:buNone/>
                      </a:pPr>
                      <a:r>
                        <a:rPr lang="en-IN" sz="1400" b="0">
                          <a:latin typeface="Calibri" panose="020F0502020204030204" pitchFamily="34" charset="0"/>
                          <a:ea typeface="Calibri" panose="020F0502020204030204" pitchFamily="34" charset="0"/>
                          <a:cs typeface="Calibri" panose="020F0502020204030204" pitchFamily="34" charset="0"/>
                        </a:rPr>
                        <a:t>Mid-range computer for multiple users</a:t>
                      </a:r>
                    </a:p>
                  </a:txBody>
                  <a:tcPr marL="39017" marR="39017" marT="19508" marB="19508" anchor="ctr"/>
                </a:tc>
                <a:tc>
                  <a:txBody>
                    <a:bodyPr/>
                    <a:lstStyle/>
                    <a:p>
                      <a:pPr>
                        <a:buNone/>
                      </a:pPr>
                      <a:r>
                        <a:rPr lang="en-IN" sz="1400" b="0">
                          <a:latin typeface="Calibri" panose="020F0502020204030204" pitchFamily="34" charset="0"/>
                          <a:ea typeface="Calibri" panose="020F0502020204030204" pitchFamily="34" charset="0"/>
                          <a:cs typeface="Calibri" panose="020F0502020204030204" pitchFamily="34" charset="0"/>
                        </a:rPr>
                        <a:t>Large computer for high-volume data processing</a:t>
                      </a:r>
                    </a:p>
                  </a:txBody>
                  <a:tcPr marL="39017" marR="39017" marT="19508" marB="19508" anchor="ctr"/>
                </a:tc>
                <a:tc>
                  <a:txBody>
                    <a:bodyPr/>
                    <a:lstStyle/>
                    <a:p>
                      <a:pPr>
                        <a:buNone/>
                      </a:pPr>
                      <a:r>
                        <a:rPr lang="en-IN" sz="1400" b="0">
                          <a:latin typeface="Calibri" panose="020F0502020204030204" pitchFamily="34" charset="0"/>
                          <a:ea typeface="Calibri" panose="020F0502020204030204" pitchFamily="34" charset="0"/>
                          <a:cs typeface="Calibri" panose="020F0502020204030204" pitchFamily="34" charset="0"/>
                        </a:rPr>
                        <a:t>Fastest computer for scientific and engineering computations</a:t>
                      </a:r>
                    </a:p>
                  </a:txBody>
                  <a:tcPr marL="39017" marR="39017" marT="19508" marB="19508" anchor="ctr"/>
                </a:tc>
                <a:tc>
                  <a:txBody>
                    <a:bodyPr/>
                    <a:lstStyle/>
                    <a:p>
                      <a:pPr>
                        <a:buNone/>
                      </a:pPr>
                      <a:r>
                        <a:rPr lang="en-IN" sz="1400" b="0">
                          <a:latin typeface="Calibri" panose="020F0502020204030204" pitchFamily="34" charset="0"/>
                          <a:ea typeface="Calibri" panose="020F0502020204030204" pitchFamily="34" charset="0"/>
                          <a:cs typeface="Calibri" panose="020F0502020204030204" pitchFamily="34" charset="0"/>
                        </a:rPr>
                        <a:t>High-performance computer for professional applications</a:t>
                      </a:r>
                    </a:p>
                  </a:txBody>
                  <a:tcPr marL="39017" marR="39017" marT="19508" marB="19508" anchor="ctr"/>
                </a:tc>
                <a:tc>
                  <a:txBody>
                    <a:bodyPr/>
                    <a:lstStyle/>
                    <a:p>
                      <a:pPr algn="l">
                        <a:buNone/>
                      </a:pPr>
                      <a:r>
                        <a:rPr lang="en-IN" sz="1400" b="0" dirty="0">
                          <a:latin typeface="Calibri" panose="020F0502020204030204" pitchFamily="34" charset="0"/>
                          <a:ea typeface="Calibri" panose="020F0502020204030204" pitchFamily="34" charset="0"/>
                          <a:cs typeface="Calibri" panose="020F0502020204030204" pitchFamily="34" charset="0"/>
                        </a:rPr>
                        <a:t>Computer that provides services and resources to other computers over a network</a:t>
                      </a:r>
                    </a:p>
                  </a:txBody>
                  <a:tcPr marL="39017" marR="39017" marT="19508" marB="19508" anchor="ctr"/>
                </a:tc>
                <a:extLst>
                  <a:ext uri="{0D108BD9-81ED-4DB2-BD59-A6C34878D82A}">
                    <a16:rowId xmlns:a16="http://schemas.microsoft.com/office/drawing/2014/main" val="1689782727"/>
                  </a:ext>
                </a:extLst>
              </a:tr>
              <a:tr h="503728">
                <a:tc>
                  <a:txBody>
                    <a:bodyPr/>
                    <a:lstStyle/>
                    <a:p>
                      <a:pPr>
                        <a:buNone/>
                      </a:pPr>
                      <a:r>
                        <a:rPr lang="en-IN" sz="1400" b="1">
                          <a:latin typeface="Calibri" panose="020F0502020204030204" pitchFamily="34" charset="0"/>
                          <a:ea typeface="Calibri" panose="020F0502020204030204" pitchFamily="34" charset="0"/>
                          <a:cs typeface="Calibri" panose="020F0502020204030204" pitchFamily="34" charset="0"/>
                        </a:rPr>
                        <a:t>Memory (RAM)</a:t>
                      </a:r>
                    </a:p>
                  </a:txBody>
                  <a:tcPr marL="39017" marR="39017" marT="19508" marB="19508" anchor="ctr"/>
                </a:tc>
                <a:tc>
                  <a:txBody>
                    <a:bodyPr/>
                    <a:lstStyle/>
                    <a:p>
                      <a:pPr>
                        <a:buNone/>
                      </a:pPr>
                      <a:r>
                        <a:rPr lang="en-IN" sz="1400" b="0">
                          <a:latin typeface="Calibri" panose="020F0502020204030204" pitchFamily="34" charset="0"/>
                          <a:ea typeface="Calibri" panose="020F0502020204030204" pitchFamily="34" charset="0"/>
                          <a:cs typeface="Calibri" panose="020F0502020204030204" pitchFamily="34" charset="0"/>
                        </a:rPr>
                        <a:t>4–64 GB</a:t>
                      </a:r>
                    </a:p>
                  </a:txBody>
                  <a:tcPr marL="39017" marR="39017" marT="19508" marB="19508" anchor="ctr"/>
                </a:tc>
                <a:tc>
                  <a:txBody>
                    <a:bodyPr/>
                    <a:lstStyle/>
                    <a:p>
                      <a:pPr>
                        <a:buNone/>
                      </a:pPr>
                      <a:r>
                        <a:rPr lang="en-IN" sz="1400" b="0">
                          <a:latin typeface="Calibri" panose="020F0502020204030204" pitchFamily="34" charset="0"/>
                          <a:ea typeface="Calibri" panose="020F0502020204030204" pitchFamily="34" charset="0"/>
                          <a:cs typeface="Calibri" panose="020F0502020204030204" pitchFamily="34" charset="0"/>
                        </a:rPr>
                        <a:t>16–256 GB</a:t>
                      </a:r>
                    </a:p>
                  </a:txBody>
                  <a:tcPr marL="39017" marR="39017" marT="19508" marB="19508" anchor="ctr"/>
                </a:tc>
                <a:tc>
                  <a:txBody>
                    <a:bodyPr/>
                    <a:lstStyle/>
                    <a:p>
                      <a:pPr>
                        <a:buNone/>
                      </a:pPr>
                      <a:r>
                        <a:rPr lang="en-IN" sz="1400" b="0" dirty="0">
                          <a:latin typeface="Calibri" panose="020F0502020204030204" pitchFamily="34" charset="0"/>
                          <a:ea typeface="Calibri" panose="020F0502020204030204" pitchFamily="34" charset="0"/>
                          <a:cs typeface="Calibri" panose="020F0502020204030204" pitchFamily="34" charset="0"/>
                        </a:rPr>
                        <a:t>Hundreds of GB to several TB</a:t>
                      </a:r>
                    </a:p>
                  </a:txBody>
                  <a:tcPr marL="39017" marR="39017" marT="19508" marB="19508" anchor="ctr"/>
                </a:tc>
                <a:tc>
                  <a:txBody>
                    <a:bodyPr/>
                    <a:lstStyle/>
                    <a:p>
                      <a:pPr>
                        <a:buNone/>
                      </a:pPr>
                      <a:r>
                        <a:rPr lang="en-IN" sz="1400" b="0">
                          <a:latin typeface="Calibri" panose="020F0502020204030204" pitchFamily="34" charset="0"/>
                          <a:ea typeface="Calibri" panose="020F0502020204030204" pitchFamily="34" charset="0"/>
                          <a:cs typeface="Calibri" panose="020F0502020204030204" pitchFamily="34" charset="0"/>
                        </a:rPr>
                        <a:t>Several TB to PB</a:t>
                      </a:r>
                    </a:p>
                  </a:txBody>
                  <a:tcPr marL="39017" marR="39017" marT="19508" marB="19508" anchor="ctr"/>
                </a:tc>
                <a:tc>
                  <a:txBody>
                    <a:bodyPr/>
                    <a:lstStyle/>
                    <a:p>
                      <a:pPr>
                        <a:buNone/>
                      </a:pPr>
                      <a:r>
                        <a:rPr lang="en-IN" sz="1400" b="0">
                          <a:latin typeface="Calibri" panose="020F0502020204030204" pitchFamily="34" charset="0"/>
                          <a:ea typeface="Calibri" panose="020F0502020204030204" pitchFamily="34" charset="0"/>
                          <a:cs typeface="Calibri" panose="020F0502020204030204" pitchFamily="34" charset="0"/>
                        </a:rPr>
                        <a:t>16–512 GB</a:t>
                      </a:r>
                    </a:p>
                  </a:txBody>
                  <a:tcPr marL="39017" marR="39017" marT="19508" marB="19508" anchor="ctr"/>
                </a:tc>
                <a:tc>
                  <a:txBody>
                    <a:bodyPr/>
                    <a:lstStyle/>
                    <a:p>
                      <a:pPr algn="l">
                        <a:buNone/>
                      </a:pPr>
                      <a:r>
                        <a:rPr lang="en-IN" sz="1400" b="0" dirty="0">
                          <a:latin typeface="Calibri" panose="020F0502020204030204" pitchFamily="34" charset="0"/>
                          <a:ea typeface="Calibri" panose="020F0502020204030204" pitchFamily="34" charset="0"/>
                          <a:cs typeface="Calibri" panose="020F0502020204030204" pitchFamily="34" charset="0"/>
                        </a:rPr>
                        <a:t>32 GB to several TB</a:t>
                      </a:r>
                    </a:p>
                  </a:txBody>
                  <a:tcPr marL="39017" marR="39017" marT="19508" marB="19508" anchor="ctr"/>
                </a:tc>
                <a:extLst>
                  <a:ext uri="{0D108BD9-81ED-4DB2-BD59-A6C34878D82A}">
                    <a16:rowId xmlns:a16="http://schemas.microsoft.com/office/drawing/2014/main" val="2220422828"/>
                  </a:ext>
                </a:extLst>
              </a:tr>
              <a:tr h="455632">
                <a:tc>
                  <a:txBody>
                    <a:bodyPr/>
                    <a:lstStyle/>
                    <a:p>
                      <a:pPr>
                        <a:buNone/>
                      </a:pPr>
                      <a:r>
                        <a:rPr lang="en-IN" sz="1400" b="1">
                          <a:latin typeface="Calibri" panose="020F0502020204030204" pitchFamily="34" charset="0"/>
                          <a:ea typeface="Calibri" panose="020F0502020204030204" pitchFamily="34" charset="0"/>
                          <a:cs typeface="Calibri" panose="020F0502020204030204" pitchFamily="34" charset="0"/>
                        </a:rPr>
                        <a:t>Storage Capacity</a:t>
                      </a:r>
                    </a:p>
                  </a:txBody>
                  <a:tcPr marL="39017" marR="39017" marT="19508" marB="19508" anchor="ctr"/>
                </a:tc>
                <a:tc>
                  <a:txBody>
                    <a:bodyPr/>
                    <a:lstStyle/>
                    <a:p>
                      <a:pPr>
                        <a:buNone/>
                      </a:pPr>
                      <a:r>
                        <a:rPr lang="en-IN" sz="1400" b="0">
                          <a:latin typeface="Calibri" panose="020F0502020204030204" pitchFamily="34" charset="0"/>
                          <a:ea typeface="Calibri" panose="020F0502020204030204" pitchFamily="34" charset="0"/>
                          <a:cs typeface="Calibri" panose="020F0502020204030204" pitchFamily="34" charset="0"/>
                        </a:rPr>
                        <a:t>256 GB–4 TB</a:t>
                      </a:r>
                    </a:p>
                  </a:txBody>
                  <a:tcPr marL="39017" marR="39017" marT="19508" marB="19508" anchor="ctr"/>
                </a:tc>
                <a:tc>
                  <a:txBody>
                    <a:bodyPr/>
                    <a:lstStyle/>
                    <a:p>
                      <a:pPr>
                        <a:buNone/>
                      </a:pPr>
                      <a:r>
                        <a:rPr lang="en-IN" sz="1400" b="0">
                          <a:latin typeface="Calibri" panose="020F0502020204030204" pitchFamily="34" charset="0"/>
                          <a:ea typeface="Calibri" panose="020F0502020204030204" pitchFamily="34" charset="0"/>
                          <a:cs typeface="Calibri" panose="020F0502020204030204" pitchFamily="34" charset="0"/>
                        </a:rPr>
                        <a:t>Several TB</a:t>
                      </a:r>
                    </a:p>
                  </a:txBody>
                  <a:tcPr marL="39017" marR="39017" marT="19508" marB="19508" anchor="ctr"/>
                </a:tc>
                <a:tc>
                  <a:txBody>
                    <a:bodyPr/>
                    <a:lstStyle/>
                    <a:p>
                      <a:pPr>
                        <a:buNone/>
                      </a:pPr>
                      <a:r>
                        <a:rPr lang="en-IN" sz="1400" b="0">
                          <a:latin typeface="Calibri" panose="020F0502020204030204" pitchFamily="34" charset="0"/>
                          <a:ea typeface="Calibri" panose="020F0502020204030204" pitchFamily="34" charset="0"/>
                          <a:cs typeface="Calibri" panose="020F0502020204030204" pitchFamily="34" charset="0"/>
                        </a:rPr>
                        <a:t>Hundreds of TB to PB</a:t>
                      </a:r>
                    </a:p>
                  </a:txBody>
                  <a:tcPr marL="39017" marR="39017" marT="19508" marB="19508" anchor="ctr"/>
                </a:tc>
                <a:tc>
                  <a:txBody>
                    <a:bodyPr/>
                    <a:lstStyle/>
                    <a:p>
                      <a:pPr>
                        <a:buNone/>
                      </a:pPr>
                      <a:r>
                        <a:rPr lang="en-IN" sz="1400" b="0">
                          <a:latin typeface="Calibri" panose="020F0502020204030204" pitchFamily="34" charset="0"/>
                          <a:ea typeface="Calibri" panose="020F0502020204030204" pitchFamily="34" charset="0"/>
                          <a:cs typeface="Calibri" panose="020F0502020204030204" pitchFamily="34" charset="0"/>
                        </a:rPr>
                        <a:t>PB or more</a:t>
                      </a:r>
                    </a:p>
                  </a:txBody>
                  <a:tcPr marL="39017" marR="39017" marT="19508" marB="19508" anchor="ctr"/>
                </a:tc>
                <a:tc>
                  <a:txBody>
                    <a:bodyPr/>
                    <a:lstStyle/>
                    <a:p>
                      <a:pPr>
                        <a:buNone/>
                      </a:pPr>
                      <a:r>
                        <a:rPr lang="en-IN" sz="1400" b="0">
                          <a:latin typeface="Calibri" panose="020F0502020204030204" pitchFamily="34" charset="0"/>
                          <a:ea typeface="Calibri" panose="020F0502020204030204" pitchFamily="34" charset="0"/>
                          <a:cs typeface="Calibri" panose="020F0502020204030204" pitchFamily="34" charset="0"/>
                        </a:rPr>
                        <a:t>1–20 TB</a:t>
                      </a:r>
                    </a:p>
                  </a:txBody>
                  <a:tcPr marL="39017" marR="39017" marT="19508" marB="19508" anchor="ctr"/>
                </a:tc>
                <a:tc>
                  <a:txBody>
                    <a:bodyPr/>
                    <a:lstStyle/>
                    <a:p>
                      <a:pPr algn="l">
                        <a:buNone/>
                      </a:pPr>
                      <a:r>
                        <a:rPr lang="en-IN" sz="1400" b="0" dirty="0">
                          <a:latin typeface="Calibri" panose="020F0502020204030204" pitchFamily="34" charset="0"/>
                          <a:ea typeface="Calibri" panose="020F0502020204030204" pitchFamily="34" charset="0"/>
                          <a:cs typeface="Calibri" panose="020F0502020204030204" pitchFamily="34" charset="0"/>
                        </a:rPr>
                        <a:t>Several TB to PB</a:t>
                      </a:r>
                    </a:p>
                  </a:txBody>
                  <a:tcPr marL="39017" marR="39017" marT="19508" marB="19508" anchor="ctr"/>
                </a:tc>
                <a:extLst>
                  <a:ext uri="{0D108BD9-81ED-4DB2-BD59-A6C34878D82A}">
                    <a16:rowId xmlns:a16="http://schemas.microsoft.com/office/drawing/2014/main" val="2242712350"/>
                  </a:ext>
                </a:extLst>
              </a:tr>
              <a:tr h="451985">
                <a:tc>
                  <a:txBody>
                    <a:bodyPr/>
                    <a:lstStyle/>
                    <a:p>
                      <a:pPr>
                        <a:buNone/>
                      </a:pPr>
                      <a:r>
                        <a:rPr lang="en-IN" sz="1400" b="1">
                          <a:latin typeface="Calibri" panose="020F0502020204030204" pitchFamily="34" charset="0"/>
                          <a:ea typeface="Calibri" panose="020F0502020204030204" pitchFamily="34" charset="0"/>
                          <a:cs typeface="Calibri" panose="020F0502020204030204" pitchFamily="34" charset="0"/>
                        </a:rPr>
                        <a:t>Operating System</a:t>
                      </a:r>
                    </a:p>
                  </a:txBody>
                  <a:tcPr marL="39017" marR="39017" marT="19508" marB="19508" anchor="ctr"/>
                </a:tc>
                <a:tc>
                  <a:txBody>
                    <a:bodyPr/>
                    <a:lstStyle/>
                    <a:p>
                      <a:pPr>
                        <a:buNone/>
                      </a:pPr>
                      <a:r>
                        <a:rPr lang="en-IN" sz="1400" b="0">
                          <a:latin typeface="Calibri" panose="020F0502020204030204" pitchFamily="34" charset="0"/>
                          <a:ea typeface="Calibri" panose="020F0502020204030204" pitchFamily="34" charset="0"/>
                          <a:cs typeface="Calibri" panose="020F0502020204030204" pitchFamily="34" charset="0"/>
                        </a:rPr>
                        <a:t>Windows, Linux, macOS</a:t>
                      </a:r>
                    </a:p>
                  </a:txBody>
                  <a:tcPr marL="39017" marR="39017" marT="19508" marB="19508" anchor="ctr"/>
                </a:tc>
                <a:tc>
                  <a:txBody>
                    <a:bodyPr/>
                    <a:lstStyle/>
                    <a:p>
                      <a:pPr>
                        <a:buNone/>
                      </a:pPr>
                      <a:r>
                        <a:rPr lang="en-IN" sz="1400" b="0">
                          <a:latin typeface="Calibri" panose="020F0502020204030204" pitchFamily="34" charset="0"/>
                          <a:ea typeface="Calibri" panose="020F0502020204030204" pitchFamily="34" charset="0"/>
                          <a:cs typeface="Calibri" panose="020F0502020204030204" pitchFamily="34" charset="0"/>
                        </a:rPr>
                        <a:t>UNIX, Linux</a:t>
                      </a:r>
                    </a:p>
                  </a:txBody>
                  <a:tcPr marL="39017" marR="39017" marT="19508" marB="19508" anchor="ctr"/>
                </a:tc>
                <a:tc>
                  <a:txBody>
                    <a:bodyPr/>
                    <a:lstStyle/>
                    <a:p>
                      <a:pPr>
                        <a:buNone/>
                      </a:pPr>
                      <a:r>
                        <a:rPr lang="en-IN" sz="1400" b="0">
                          <a:latin typeface="Calibri" panose="020F0502020204030204" pitchFamily="34" charset="0"/>
                          <a:ea typeface="Calibri" panose="020F0502020204030204" pitchFamily="34" charset="0"/>
                          <a:cs typeface="Calibri" panose="020F0502020204030204" pitchFamily="34" charset="0"/>
                        </a:rPr>
                        <a:t>z/OS, Linux</a:t>
                      </a:r>
                    </a:p>
                  </a:txBody>
                  <a:tcPr marL="39017" marR="39017" marT="19508" marB="19508" anchor="ctr"/>
                </a:tc>
                <a:tc>
                  <a:txBody>
                    <a:bodyPr/>
                    <a:lstStyle/>
                    <a:p>
                      <a:pPr>
                        <a:buNone/>
                      </a:pPr>
                      <a:r>
                        <a:rPr lang="en-IN" sz="1400" b="0">
                          <a:latin typeface="Calibri" panose="020F0502020204030204" pitchFamily="34" charset="0"/>
                          <a:ea typeface="Calibri" panose="020F0502020204030204" pitchFamily="34" charset="0"/>
                          <a:cs typeface="Calibri" panose="020F0502020204030204" pitchFamily="34" charset="0"/>
                        </a:rPr>
                        <a:t>Linux-based HPC OS</a:t>
                      </a:r>
                    </a:p>
                  </a:txBody>
                  <a:tcPr marL="39017" marR="39017" marT="19508" marB="19508" anchor="ctr"/>
                </a:tc>
                <a:tc>
                  <a:txBody>
                    <a:bodyPr/>
                    <a:lstStyle/>
                    <a:p>
                      <a:pPr>
                        <a:buNone/>
                      </a:pPr>
                      <a:r>
                        <a:rPr lang="en-IN" sz="1400" b="0">
                          <a:latin typeface="Calibri" panose="020F0502020204030204" pitchFamily="34" charset="0"/>
                          <a:ea typeface="Calibri" panose="020F0502020204030204" pitchFamily="34" charset="0"/>
                          <a:cs typeface="Calibri" panose="020F0502020204030204" pitchFamily="34" charset="0"/>
                        </a:rPr>
                        <a:t>Windows, Linux, UNIX</a:t>
                      </a:r>
                    </a:p>
                  </a:txBody>
                  <a:tcPr marL="39017" marR="39017" marT="19508" marB="19508" anchor="ctr"/>
                </a:tc>
                <a:tc>
                  <a:txBody>
                    <a:bodyPr/>
                    <a:lstStyle/>
                    <a:p>
                      <a:pPr algn="l">
                        <a:buNone/>
                      </a:pPr>
                      <a:r>
                        <a:rPr lang="en-IN" sz="1400" b="0" dirty="0">
                          <a:latin typeface="Calibri" panose="020F0502020204030204" pitchFamily="34" charset="0"/>
                          <a:ea typeface="Calibri" panose="020F0502020204030204" pitchFamily="34" charset="0"/>
                          <a:cs typeface="Calibri" panose="020F0502020204030204" pitchFamily="34" charset="0"/>
                        </a:rPr>
                        <a:t>Windows Server, Linux, UNIX</a:t>
                      </a:r>
                    </a:p>
                  </a:txBody>
                  <a:tcPr marL="39017" marR="39017" marT="19508" marB="19508" anchor="ctr"/>
                </a:tc>
                <a:extLst>
                  <a:ext uri="{0D108BD9-81ED-4DB2-BD59-A6C34878D82A}">
                    <a16:rowId xmlns:a16="http://schemas.microsoft.com/office/drawing/2014/main" val="1179912689"/>
                  </a:ext>
                </a:extLst>
              </a:tr>
              <a:tr h="944729">
                <a:tc>
                  <a:txBody>
                    <a:bodyPr/>
                    <a:lstStyle/>
                    <a:p>
                      <a:pPr>
                        <a:buNone/>
                      </a:pPr>
                      <a:r>
                        <a:rPr lang="en-IN" sz="1400" b="1">
                          <a:latin typeface="Calibri" panose="020F0502020204030204" pitchFamily="34" charset="0"/>
                          <a:ea typeface="Calibri" panose="020F0502020204030204" pitchFamily="34" charset="0"/>
                          <a:cs typeface="Calibri" panose="020F0502020204030204" pitchFamily="34" charset="0"/>
                        </a:rPr>
                        <a:t>Primary Use</a:t>
                      </a:r>
                    </a:p>
                  </a:txBody>
                  <a:tcPr anchor="ctr"/>
                </a:tc>
                <a:tc>
                  <a:txBody>
                    <a:bodyPr/>
                    <a:lstStyle/>
                    <a:p>
                      <a:pPr>
                        <a:buNone/>
                      </a:pPr>
                      <a:r>
                        <a:rPr lang="en-US" sz="1400" b="0" dirty="0">
                          <a:latin typeface="Calibri" panose="020F0502020204030204" pitchFamily="34" charset="0"/>
                          <a:ea typeface="Calibri" panose="020F0502020204030204" pitchFamily="34" charset="0"/>
                          <a:cs typeface="Calibri" panose="020F0502020204030204" pitchFamily="34" charset="0"/>
                        </a:rPr>
                        <a:t>Personal use, education, office work, internet browsing, gaming</a:t>
                      </a:r>
                      <a:endParaRPr lang="en-IN" sz="1400" b="0" dirty="0">
                        <a:latin typeface="Calibri" panose="020F0502020204030204" pitchFamily="34" charset="0"/>
                        <a:ea typeface="Calibri" panose="020F0502020204030204" pitchFamily="34" charset="0"/>
                        <a:cs typeface="Calibri" panose="020F0502020204030204" pitchFamily="34" charset="0"/>
                      </a:endParaRPr>
                    </a:p>
                  </a:txBody>
                  <a:tcPr anchor="ctr"/>
                </a:tc>
                <a:tc>
                  <a:txBody>
                    <a:bodyPr/>
                    <a:lstStyle/>
                    <a:p>
                      <a:pPr>
                        <a:buNone/>
                      </a:pPr>
                      <a:r>
                        <a:rPr lang="en-US" sz="1400" b="0" dirty="0">
                          <a:latin typeface="Calibri" panose="020F0502020204030204" pitchFamily="34" charset="0"/>
                          <a:ea typeface="Calibri" panose="020F0502020204030204" pitchFamily="34" charset="0"/>
                          <a:cs typeface="Calibri" panose="020F0502020204030204" pitchFamily="34" charset="0"/>
                        </a:rPr>
                        <a:t>Used by small/medium organizations for database management</a:t>
                      </a:r>
                      <a:endParaRPr lang="en-IN" sz="1400" b="0" dirty="0">
                        <a:latin typeface="Calibri" panose="020F0502020204030204" pitchFamily="34" charset="0"/>
                        <a:ea typeface="Calibri" panose="020F0502020204030204" pitchFamily="34" charset="0"/>
                        <a:cs typeface="Calibri" panose="020F0502020204030204" pitchFamily="34" charset="0"/>
                      </a:endParaRPr>
                    </a:p>
                  </a:txBody>
                  <a:tcPr anchor="ctr"/>
                </a:tc>
                <a:tc>
                  <a:txBody>
                    <a:bodyPr/>
                    <a:lstStyle/>
                    <a:p>
                      <a:pPr>
                        <a:buNone/>
                      </a:pPr>
                      <a:r>
                        <a:rPr lang="en-US" sz="1400" b="0" dirty="0">
                          <a:latin typeface="Calibri" panose="020F0502020204030204" pitchFamily="34" charset="0"/>
                          <a:ea typeface="Calibri" panose="020F0502020204030204" pitchFamily="34" charset="0"/>
                          <a:cs typeface="Calibri" panose="020F0502020204030204" pitchFamily="34" charset="0"/>
                        </a:rPr>
                        <a:t>Banking, railway/airline reservations, insurance, government records, </a:t>
                      </a:r>
                      <a:endParaRPr lang="en-IN" sz="1400" b="0" dirty="0">
                        <a:latin typeface="Calibri" panose="020F0502020204030204" pitchFamily="34" charset="0"/>
                        <a:ea typeface="Calibri" panose="020F0502020204030204" pitchFamily="34" charset="0"/>
                        <a:cs typeface="Calibri" panose="020F0502020204030204" pitchFamily="34" charset="0"/>
                      </a:endParaRPr>
                    </a:p>
                  </a:txBody>
                  <a:tcPr anchor="ctr"/>
                </a:tc>
                <a:tc>
                  <a:txBody>
                    <a:bodyPr/>
                    <a:lstStyle/>
                    <a:p>
                      <a:pPr>
                        <a:buNone/>
                      </a:pPr>
                      <a:r>
                        <a:rPr lang="en-US" sz="1400" b="0" dirty="0">
                          <a:latin typeface="Calibri" panose="020F0502020204030204" pitchFamily="34" charset="0"/>
                          <a:ea typeface="Calibri" panose="020F0502020204030204" pitchFamily="34" charset="0"/>
                          <a:cs typeface="Calibri" panose="020F0502020204030204" pitchFamily="34" charset="0"/>
                        </a:rPr>
                        <a:t>Weather forecasting, climate research, space research, nuclear research, scientific simulations, AI</a:t>
                      </a:r>
                      <a:endParaRPr lang="en-IN" sz="1400" b="0" dirty="0">
                        <a:latin typeface="Calibri" panose="020F0502020204030204" pitchFamily="34" charset="0"/>
                        <a:ea typeface="Calibri" panose="020F0502020204030204" pitchFamily="34" charset="0"/>
                        <a:cs typeface="Calibri" panose="020F0502020204030204" pitchFamily="34" charset="0"/>
                      </a:endParaRPr>
                    </a:p>
                  </a:txBody>
                  <a:tcPr anchor="ctr"/>
                </a:tc>
                <a:tc>
                  <a:txBody>
                    <a:bodyPr/>
                    <a:lstStyle/>
                    <a:p>
                      <a:pPr>
                        <a:buNone/>
                      </a:pPr>
                      <a:r>
                        <a:rPr lang="en-US" sz="1400" b="0" dirty="0">
                          <a:latin typeface="Calibri" panose="020F0502020204030204" pitchFamily="34" charset="0"/>
                          <a:ea typeface="Calibri" panose="020F0502020204030204" pitchFamily="34" charset="0"/>
                          <a:cs typeface="Calibri" panose="020F0502020204030204" pitchFamily="34" charset="0"/>
                        </a:rPr>
                        <a:t>Engineering design (CAD), 3D graphics, animation, scientific research, software development, video editing</a:t>
                      </a:r>
                      <a:endParaRPr lang="en-IN" sz="1400" b="0" dirty="0">
                        <a:latin typeface="Calibri" panose="020F0502020204030204" pitchFamily="34" charset="0"/>
                        <a:ea typeface="Calibri" panose="020F0502020204030204" pitchFamily="34" charset="0"/>
                        <a:cs typeface="Calibri" panose="020F0502020204030204" pitchFamily="34" charset="0"/>
                      </a:endParaRPr>
                    </a:p>
                  </a:txBody>
                  <a:tcPr anchor="ctr"/>
                </a:tc>
                <a:tc>
                  <a:txBody>
                    <a:bodyPr/>
                    <a:lstStyle/>
                    <a:p>
                      <a:pPr algn="l">
                        <a:buNone/>
                      </a:pPr>
                      <a:r>
                        <a:rPr lang="en-IN" sz="1400" b="0" dirty="0">
                          <a:latin typeface="Calibri" panose="020F0502020204030204" pitchFamily="34" charset="0"/>
                          <a:ea typeface="Calibri" panose="020F0502020204030204" pitchFamily="34" charset="0"/>
                          <a:cs typeface="Calibri" panose="020F0502020204030204" pitchFamily="34" charset="0"/>
                        </a:rPr>
                        <a:t>Hosting websites and applications, file sharing, database management, email services, cloud services, </a:t>
                      </a:r>
                    </a:p>
                  </a:txBody>
                  <a:tcPr anchor="ctr"/>
                </a:tc>
                <a:extLst>
                  <a:ext uri="{0D108BD9-81ED-4DB2-BD59-A6C34878D82A}">
                    <a16:rowId xmlns:a16="http://schemas.microsoft.com/office/drawing/2014/main" val="1608789593"/>
                  </a:ext>
                </a:extLst>
              </a:tr>
              <a:tr h="547697">
                <a:tc>
                  <a:txBody>
                    <a:bodyPr/>
                    <a:lstStyle/>
                    <a:p>
                      <a:pPr>
                        <a:buNone/>
                      </a:pPr>
                      <a:r>
                        <a:rPr lang="en-IN" sz="1400" b="1" dirty="0">
                          <a:latin typeface="Calibri" panose="020F0502020204030204" pitchFamily="34" charset="0"/>
                          <a:ea typeface="Calibri" panose="020F0502020204030204" pitchFamily="34" charset="0"/>
                          <a:cs typeface="Calibri" panose="020F0502020204030204" pitchFamily="34" charset="0"/>
                        </a:rPr>
                        <a:t>Approximate Cost</a:t>
                      </a:r>
                    </a:p>
                  </a:txBody>
                  <a:tcPr anchor="ctr"/>
                </a:tc>
                <a:tc>
                  <a:txBody>
                    <a:bodyPr/>
                    <a:lstStyle/>
                    <a:p>
                      <a:pPr>
                        <a:buNone/>
                      </a:pPr>
                      <a:r>
                        <a:rPr lang="en-IN" sz="1400" b="0" dirty="0">
                          <a:latin typeface="Calibri" panose="020F0502020204030204" pitchFamily="34" charset="0"/>
                          <a:ea typeface="Calibri" panose="020F0502020204030204" pitchFamily="34" charset="0"/>
                          <a:cs typeface="Calibri" panose="020F0502020204030204" pitchFamily="34" charset="0"/>
                        </a:rPr>
                        <a:t>₹30,000–₹2 lakh</a:t>
                      </a:r>
                    </a:p>
                  </a:txBody>
                  <a:tcPr anchor="ctr"/>
                </a:tc>
                <a:tc>
                  <a:txBody>
                    <a:bodyPr/>
                    <a:lstStyle/>
                    <a:p>
                      <a:pPr>
                        <a:buNone/>
                      </a:pPr>
                      <a:r>
                        <a:rPr lang="en-IN" sz="1400" b="0" dirty="0">
                          <a:latin typeface="Calibri" panose="020F0502020204030204" pitchFamily="34" charset="0"/>
                          <a:ea typeface="Calibri" panose="020F0502020204030204" pitchFamily="34" charset="0"/>
                          <a:cs typeface="Calibri" panose="020F0502020204030204" pitchFamily="34" charset="0"/>
                        </a:rPr>
                        <a:t>₹5–50 lakh</a:t>
                      </a:r>
                    </a:p>
                  </a:txBody>
                  <a:tcPr anchor="ctr"/>
                </a:tc>
                <a:tc>
                  <a:txBody>
                    <a:bodyPr/>
                    <a:lstStyle/>
                    <a:p>
                      <a:pPr>
                        <a:buNone/>
                      </a:pPr>
                      <a:r>
                        <a:rPr lang="en-IN" sz="1400" b="0" dirty="0">
                          <a:latin typeface="Calibri" panose="020F0502020204030204" pitchFamily="34" charset="0"/>
                          <a:ea typeface="Calibri" panose="020F0502020204030204" pitchFamily="34" charset="0"/>
                          <a:cs typeface="Calibri" panose="020F0502020204030204" pitchFamily="34" charset="0"/>
                        </a:rPr>
                        <a:t>₹2–20 lakh</a:t>
                      </a:r>
                    </a:p>
                  </a:txBody>
                  <a:tcPr anchor="ctr"/>
                </a:tc>
                <a:tc>
                  <a:txBody>
                    <a:bodyPr/>
                    <a:lstStyle/>
                    <a:p>
                      <a:pPr>
                        <a:buNone/>
                      </a:pPr>
                      <a:r>
                        <a:rPr lang="en-IN" sz="1400" b="0" dirty="0">
                          <a:latin typeface="Calibri" panose="020F0502020204030204" pitchFamily="34" charset="0"/>
                          <a:ea typeface="Calibri" panose="020F0502020204030204" pitchFamily="34" charset="0"/>
                          <a:cs typeface="Calibri" panose="020F0502020204030204" pitchFamily="34" charset="0"/>
                        </a:rPr>
                        <a:t>₹5 lakh–₹5 crore</a:t>
                      </a:r>
                    </a:p>
                  </a:txBody>
                  <a:tcPr anchor="ctr"/>
                </a:tc>
                <a:tc>
                  <a:txBody>
                    <a:bodyPr/>
                    <a:lstStyle/>
                    <a:p>
                      <a:pPr>
                        <a:buNone/>
                      </a:pPr>
                      <a:r>
                        <a:rPr lang="en-IN" sz="1400" b="0" dirty="0">
                          <a:latin typeface="Calibri" panose="020F0502020204030204" pitchFamily="34" charset="0"/>
                          <a:ea typeface="Calibri" panose="020F0502020204030204" pitchFamily="34" charset="0"/>
                          <a:cs typeface="Calibri" panose="020F0502020204030204" pitchFamily="34" charset="0"/>
                        </a:rPr>
                        <a:t>₹10–500 crore</a:t>
                      </a:r>
                    </a:p>
                  </a:txBody>
                  <a:tcPr anchor="ctr"/>
                </a:tc>
                <a:tc>
                  <a:txBody>
                    <a:bodyPr/>
                    <a:lstStyle/>
                    <a:p>
                      <a:pPr algn="l">
                        <a:buNone/>
                      </a:pPr>
                      <a:r>
                        <a:rPr lang="en-IN" sz="1400" b="0" dirty="0">
                          <a:latin typeface="Calibri" panose="020F0502020204030204" pitchFamily="34" charset="0"/>
                          <a:ea typeface="Calibri" panose="020F0502020204030204" pitchFamily="34" charset="0"/>
                          <a:cs typeface="Calibri" panose="020F0502020204030204" pitchFamily="34" charset="0"/>
                        </a:rPr>
                        <a:t>₹500 crore–₹5,000+ crore</a:t>
                      </a:r>
                    </a:p>
                  </a:txBody>
                  <a:tcPr anchor="ctr"/>
                </a:tc>
                <a:extLst>
                  <a:ext uri="{0D108BD9-81ED-4DB2-BD59-A6C34878D82A}">
                    <a16:rowId xmlns:a16="http://schemas.microsoft.com/office/drawing/2014/main" val="1400233167"/>
                  </a:ext>
                </a:extLst>
              </a:tr>
            </a:tbl>
          </a:graphicData>
        </a:graphic>
      </p:graphicFrame>
    </p:spTree>
    <p:extLst>
      <p:ext uri="{BB962C8B-B14F-4D97-AF65-F5344CB8AC3E}">
        <p14:creationId xmlns:p14="http://schemas.microsoft.com/office/powerpoint/2010/main" val="209881851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114" name="Google Shape;114;p21"/>
          <p:cNvSpPr txBox="1">
            <a:spLocks noGrp="1"/>
          </p:cNvSpPr>
          <p:nvPr>
            <p:ph type="ctrTitle"/>
          </p:nvPr>
        </p:nvSpPr>
        <p:spPr>
          <a:xfrm>
            <a:off x="0" y="1"/>
            <a:ext cx="5486400" cy="914400"/>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SzPts val="1400"/>
              <a:buNone/>
            </a:pPr>
            <a:r>
              <a:rPr lang="en-US" b="1">
                <a:latin typeface="Times New Roman"/>
                <a:ea typeface="Times New Roman"/>
                <a:cs typeface="Times New Roman"/>
                <a:sym typeface="Times New Roman"/>
              </a:rPr>
              <a:t>Evolution of Computer</a:t>
            </a:r>
            <a:endParaRPr b="1">
              <a:latin typeface="Times New Roman"/>
              <a:ea typeface="Times New Roman"/>
              <a:cs typeface="Times New Roman"/>
              <a:sym typeface="Times New Roman"/>
            </a:endParaRPr>
          </a:p>
        </p:txBody>
      </p:sp>
      <p:sp>
        <p:nvSpPr>
          <p:cNvPr id="115" name="Google Shape;115;p21"/>
          <p:cNvSpPr txBox="1">
            <a:spLocks noGrp="1"/>
          </p:cNvSpPr>
          <p:nvPr>
            <p:ph type="subTitle" idx="1"/>
          </p:nvPr>
        </p:nvSpPr>
        <p:spPr>
          <a:xfrm>
            <a:off x="382284" y="983225"/>
            <a:ext cx="8658974" cy="5633331"/>
          </a:xfrm>
          <a:prstGeom prst="rect">
            <a:avLst/>
          </a:prstGeom>
          <a:noFill/>
          <a:ln>
            <a:noFill/>
          </a:ln>
        </p:spPr>
        <p:txBody>
          <a:bodyPr spcFirstLastPara="1" wrap="square" lIns="91425" tIns="45700" rIns="91425" bIns="45700" anchor="t" anchorCtr="0">
            <a:noAutofit/>
          </a:bodyPr>
          <a:lstStyle/>
          <a:p>
            <a:pPr marL="360045" marR="1017269" lvl="0" indent="-347980" algn="just" rtl="0">
              <a:lnSpc>
                <a:spcPct val="100000"/>
              </a:lnSpc>
              <a:spcBef>
                <a:spcPts val="90"/>
              </a:spcBef>
              <a:spcAft>
                <a:spcPts val="0"/>
              </a:spcAft>
              <a:buClr>
                <a:schemeClr val="dk1"/>
              </a:buClr>
              <a:buSzPts val="1200"/>
              <a:buFont typeface="Noto Sans Symbols"/>
              <a:buChar char="⮚"/>
            </a:pPr>
            <a:r>
              <a:rPr lang="en-US" sz="2000" dirty="0">
                <a:solidFill>
                  <a:schemeClr val="dk1"/>
                </a:solidFill>
                <a:latin typeface="Times New Roman"/>
                <a:ea typeface="Times New Roman"/>
                <a:cs typeface="Times New Roman"/>
                <a:sym typeface="Times New Roman"/>
              </a:rPr>
              <a:t>Blaise Pascal invented the first </a:t>
            </a:r>
            <a:r>
              <a:rPr lang="en-US" sz="2000" i="1" dirty="0">
                <a:solidFill>
                  <a:schemeClr val="dk1"/>
                </a:solidFill>
                <a:latin typeface="Times New Roman"/>
                <a:ea typeface="Times New Roman"/>
                <a:cs typeface="Times New Roman"/>
                <a:sym typeface="Times New Roman"/>
              </a:rPr>
              <a:t>mechanical adding machine </a:t>
            </a:r>
            <a:r>
              <a:rPr lang="en-US" sz="2000" dirty="0">
                <a:solidFill>
                  <a:schemeClr val="dk1"/>
                </a:solidFill>
                <a:latin typeface="Times New Roman"/>
                <a:ea typeface="Times New Roman"/>
                <a:cs typeface="Times New Roman"/>
                <a:sym typeface="Times New Roman"/>
              </a:rPr>
              <a:t>in 1642</a:t>
            </a:r>
            <a:endParaRPr sz="2000" dirty="0">
              <a:solidFill>
                <a:schemeClr val="dk1"/>
              </a:solidFill>
              <a:latin typeface="Times New Roman"/>
              <a:ea typeface="Times New Roman"/>
              <a:cs typeface="Times New Roman"/>
              <a:sym typeface="Times New Roman"/>
            </a:endParaRPr>
          </a:p>
          <a:p>
            <a:pPr marL="360045" lvl="0" indent="-347345" algn="just" rtl="0">
              <a:lnSpc>
                <a:spcPct val="100000"/>
              </a:lnSpc>
              <a:spcBef>
                <a:spcPts val="960"/>
              </a:spcBef>
              <a:spcAft>
                <a:spcPts val="0"/>
              </a:spcAft>
              <a:buClr>
                <a:schemeClr val="dk1"/>
              </a:buClr>
              <a:buSzPts val="1200"/>
              <a:buFont typeface="Noto Sans Symbols"/>
              <a:buChar char="⮚"/>
            </a:pPr>
            <a:r>
              <a:rPr lang="en-US" sz="2000" dirty="0">
                <a:solidFill>
                  <a:schemeClr val="dk1"/>
                </a:solidFill>
                <a:latin typeface="Times New Roman"/>
                <a:ea typeface="Times New Roman"/>
                <a:cs typeface="Times New Roman"/>
                <a:sym typeface="Times New Roman"/>
              </a:rPr>
              <a:t>Baron Gottfried Wilhelm von Leibniz invented the first </a:t>
            </a:r>
            <a:r>
              <a:rPr lang="en-US" sz="2000" i="1" dirty="0">
                <a:solidFill>
                  <a:schemeClr val="dk1"/>
                </a:solidFill>
                <a:latin typeface="Times New Roman"/>
                <a:ea typeface="Times New Roman"/>
                <a:cs typeface="Times New Roman"/>
                <a:sym typeface="Times New Roman"/>
              </a:rPr>
              <a:t>calculator for multiplication </a:t>
            </a:r>
            <a:r>
              <a:rPr lang="en-US" sz="2000" dirty="0">
                <a:solidFill>
                  <a:schemeClr val="dk1"/>
                </a:solidFill>
                <a:latin typeface="Times New Roman"/>
                <a:ea typeface="Times New Roman"/>
                <a:cs typeface="Times New Roman"/>
                <a:sym typeface="Times New Roman"/>
              </a:rPr>
              <a:t>in 1671</a:t>
            </a:r>
            <a:endParaRPr sz="2000" dirty="0">
              <a:solidFill>
                <a:schemeClr val="dk1"/>
              </a:solidFill>
              <a:latin typeface="Times New Roman"/>
              <a:ea typeface="Times New Roman"/>
              <a:cs typeface="Times New Roman"/>
              <a:sym typeface="Times New Roman"/>
            </a:endParaRPr>
          </a:p>
          <a:p>
            <a:pPr marL="360045" marR="885189" lvl="0" indent="-347980" algn="just" rtl="0">
              <a:lnSpc>
                <a:spcPct val="100000"/>
              </a:lnSpc>
              <a:spcBef>
                <a:spcPts val="960"/>
              </a:spcBef>
              <a:spcAft>
                <a:spcPts val="0"/>
              </a:spcAft>
              <a:buClr>
                <a:schemeClr val="dk1"/>
              </a:buClr>
              <a:buSzPts val="1200"/>
              <a:buFont typeface="Noto Sans Symbols"/>
              <a:buChar char="⮚"/>
            </a:pPr>
            <a:r>
              <a:rPr lang="en-US" sz="2000" i="1" dirty="0">
                <a:solidFill>
                  <a:schemeClr val="dk1"/>
                </a:solidFill>
                <a:latin typeface="Times New Roman"/>
                <a:ea typeface="Times New Roman"/>
                <a:cs typeface="Times New Roman"/>
                <a:sym typeface="Times New Roman"/>
              </a:rPr>
              <a:t>Keyboard machines </a:t>
            </a:r>
            <a:r>
              <a:rPr lang="en-US" sz="2000" dirty="0">
                <a:solidFill>
                  <a:schemeClr val="dk1"/>
                </a:solidFill>
                <a:latin typeface="Times New Roman"/>
                <a:ea typeface="Times New Roman"/>
                <a:cs typeface="Times New Roman"/>
                <a:sym typeface="Times New Roman"/>
              </a:rPr>
              <a:t>originated in the United States around 1880</a:t>
            </a:r>
            <a:endParaRPr sz="2000" dirty="0">
              <a:solidFill>
                <a:schemeClr val="dk1"/>
              </a:solidFill>
              <a:latin typeface="Times New Roman"/>
              <a:ea typeface="Times New Roman"/>
              <a:cs typeface="Times New Roman"/>
              <a:sym typeface="Times New Roman"/>
            </a:endParaRPr>
          </a:p>
          <a:p>
            <a:pPr marL="360045" marR="5080" lvl="0" indent="-347980" algn="just" rtl="0">
              <a:lnSpc>
                <a:spcPct val="100000"/>
              </a:lnSpc>
              <a:spcBef>
                <a:spcPts val="960"/>
              </a:spcBef>
              <a:spcAft>
                <a:spcPts val="0"/>
              </a:spcAft>
              <a:buClr>
                <a:schemeClr val="dk1"/>
              </a:buClr>
              <a:buSzPts val="1200"/>
              <a:buFont typeface="Noto Sans Symbols"/>
              <a:buChar char="⮚"/>
            </a:pPr>
            <a:r>
              <a:rPr lang="en-US" sz="2000" dirty="0">
                <a:solidFill>
                  <a:schemeClr val="dk1"/>
                </a:solidFill>
                <a:latin typeface="Times New Roman"/>
                <a:ea typeface="Times New Roman"/>
                <a:cs typeface="Times New Roman"/>
                <a:sym typeface="Times New Roman"/>
              </a:rPr>
              <a:t>Around 1880, Herman Hollerith came up with the concept of </a:t>
            </a:r>
            <a:r>
              <a:rPr lang="en-US" sz="2000" i="1" dirty="0">
                <a:solidFill>
                  <a:schemeClr val="dk1"/>
                </a:solidFill>
                <a:latin typeface="Times New Roman"/>
                <a:ea typeface="Times New Roman"/>
                <a:cs typeface="Times New Roman"/>
                <a:sym typeface="Times New Roman"/>
              </a:rPr>
              <a:t>punched cards </a:t>
            </a:r>
            <a:r>
              <a:rPr lang="en-US" sz="2000" dirty="0">
                <a:solidFill>
                  <a:schemeClr val="dk1"/>
                </a:solidFill>
                <a:latin typeface="Times New Roman"/>
                <a:ea typeface="Times New Roman"/>
                <a:cs typeface="Times New Roman"/>
                <a:sym typeface="Times New Roman"/>
              </a:rPr>
              <a:t>that were extensively used as input media until the late 1970s</a:t>
            </a:r>
            <a:endParaRPr dirty="0"/>
          </a:p>
          <a:p>
            <a:pPr marL="360045" marR="5080" lvl="0" indent="-347980" algn="just" rtl="0">
              <a:lnSpc>
                <a:spcPct val="100000"/>
              </a:lnSpc>
              <a:spcBef>
                <a:spcPts val="960"/>
              </a:spcBef>
              <a:spcAft>
                <a:spcPts val="0"/>
              </a:spcAft>
              <a:buClr>
                <a:schemeClr val="dk1"/>
              </a:buClr>
              <a:buSzPts val="1200"/>
              <a:buFont typeface="Noto Sans Symbols"/>
              <a:buChar char="⮚"/>
            </a:pPr>
            <a:r>
              <a:rPr lang="en-US" sz="2000" b="1" dirty="0">
                <a:solidFill>
                  <a:schemeClr val="dk1"/>
                </a:solidFill>
                <a:highlight>
                  <a:srgbClr val="FFFF00"/>
                </a:highlight>
                <a:latin typeface="Times New Roman"/>
                <a:ea typeface="Times New Roman"/>
                <a:cs typeface="Times New Roman"/>
                <a:sym typeface="Times New Roman"/>
              </a:rPr>
              <a:t>Charles	Babbage </a:t>
            </a:r>
            <a:r>
              <a:rPr lang="en-US" sz="2000" dirty="0">
                <a:solidFill>
                  <a:schemeClr val="dk1"/>
                </a:solidFill>
                <a:latin typeface="Times New Roman"/>
                <a:ea typeface="Times New Roman"/>
                <a:cs typeface="Times New Roman"/>
                <a:sym typeface="Times New Roman"/>
              </a:rPr>
              <a:t>	is	considered	to	be the	</a:t>
            </a:r>
            <a:r>
              <a:rPr lang="en-US" sz="2000" dirty="0">
                <a:solidFill>
                  <a:schemeClr val="dk1"/>
                </a:solidFill>
                <a:highlight>
                  <a:srgbClr val="FFFF00"/>
                </a:highlight>
                <a:latin typeface="Times New Roman"/>
                <a:ea typeface="Times New Roman"/>
                <a:cs typeface="Times New Roman"/>
                <a:sym typeface="Times New Roman"/>
              </a:rPr>
              <a:t>father	of the modern digital computer</a:t>
            </a:r>
            <a:endParaRPr dirty="0">
              <a:highlight>
                <a:srgbClr val="FFFF00"/>
              </a:highlight>
            </a:endParaRPr>
          </a:p>
          <a:p>
            <a:pPr marL="817245" marR="5080" lvl="2" indent="-347979" algn="just" rtl="0">
              <a:lnSpc>
                <a:spcPct val="100000"/>
              </a:lnSpc>
              <a:spcBef>
                <a:spcPts val="960"/>
              </a:spcBef>
              <a:spcAft>
                <a:spcPts val="0"/>
              </a:spcAft>
              <a:buClr>
                <a:schemeClr val="dk1"/>
              </a:buClr>
              <a:buSzPts val="960"/>
              <a:buFont typeface="Noto Sans Symbols"/>
              <a:buChar char="⮚"/>
            </a:pPr>
            <a:r>
              <a:rPr lang="en-US" sz="1800" dirty="0">
                <a:solidFill>
                  <a:schemeClr val="dk1"/>
                </a:solidFill>
                <a:latin typeface="Times New Roman"/>
                <a:ea typeface="Times New Roman"/>
                <a:cs typeface="Times New Roman"/>
                <a:sym typeface="Times New Roman"/>
              </a:rPr>
              <a:t>He designed the “Difference Engine” in 1822</a:t>
            </a:r>
            <a:endParaRPr sz="2800" dirty="0"/>
          </a:p>
          <a:p>
            <a:pPr marL="817245" marR="5080" lvl="2" indent="-347979" algn="just" rtl="0">
              <a:lnSpc>
                <a:spcPct val="100000"/>
              </a:lnSpc>
              <a:spcBef>
                <a:spcPts val="960"/>
              </a:spcBef>
              <a:spcAft>
                <a:spcPts val="0"/>
              </a:spcAft>
              <a:buClr>
                <a:schemeClr val="dk1"/>
              </a:buClr>
              <a:buSzPts val="960"/>
              <a:buFont typeface="Noto Sans Symbols"/>
              <a:buChar char="⮚"/>
            </a:pPr>
            <a:r>
              <a:rPr lang="en-US" sz="1800" dirty="0">
                <a:solidFill>
                  <a:schemeClr val="dk1"/>
                </a:solidFill>
                <a:latin typeface="Times New Roman"/>
                <a:ea typeface="Times New Roman"/>
                <a:cs typeface="Times New Roman"/>
                <a:sym typeface="Times New Roman"/>
              </a:rPr>
              <a:t>He designed a fully automatic analytical engine in 1842 for performing basic arithmetic functions</a:t>
            </a:r>
            <a:endParaRPr sz="2800" dirty="0"/>
          </a:p>
          <a:p>
            <a:pPr marL="817245" marR="5080" lvl="2" indent="-347979" algn="just" rtl="0">
              <a:lnSpc>
                <a:spcPct val="100000"/>
              </a:lnSpc>
              <a:spcBef>
                <a:spcPts val="960"/>
              </a:spcBef>
              <a:spcAft>
                <a:spcPts val="0"/>
              </a:spcAft>
              <a:buClr>
                <a:schemeClr val="dk1"/>
              </a:buClr>
              <a:buSzPts val="960"/>
              <a:buFont typeface="Noto Sans Symbols"/>
              <a:buChar char="⮚"/>
            </a:pPr>
            <a:r>
              <a:rPr lang="en-US" sz="1800" dirty="0">
                <a:solidFill>
                  <a:schemeClr val="dk1"/>
                </a:solidFill>
                <a:latin typeface="Times New Roman"/>
                <a:ea typeface="Times New Roman"/>
                <a:cs typeface="Times New Roman"/>
                <a:sym typeface="Times New Roman"/>
              </a:rPr>
              <a:t>His efforts established several principles that are  fundamental  to  the  design  of  any  digital computer</a:t>
            </a:r>
            <a:endParaRPr sz="2800" dirty="0"/>
          </a:p>
          <a:p>
            <a:pPr marL="360045" marR="5080" lvl="0" indent="-271780" algn="just" rtl="0">
              <a:lnSpc>
                <a:spcPct val="100000"/>
              </a:lnSpc>
              <a:spcBef>
                <a:spcPts val="960"/>
              </a:spcBef>
              <a:spcAft>
                <a:spcPts val="0"/>
              </a:spcAft>
              <a:buClr>
                <a:schemeClr val="dk1"/>
              </a:buClr>
              <a:buSzPts val="1200"/>
              <a:buFont typeface="Noto Sans Symbols"/>
              <a:buNone/>
            </a:pPr>
            <a:endParaRPr sz="2000" dirty="0">
              <a:solidFill>
                <a:schemeClr val="dk1"/>
              </a:solidFill>
              <a:latin typeface="Times New Roman"/>
              <a:ea typeface="Times New Roman"/>
              <a:cs typeface="Times New Roman"/>
              <a:sym typeface="Times New Roman"/>
            </a:endParaRPr>
          </a:p>
          <a:p>
            <a:pPr marL="457200" lvl="0" indent="-355600" algn="just" rtl="0">
              <a:lnSpc>
                <a:spcPct val="100000"/>
              </a:lnSpc>
              <a:spcBef>
                <a:spcPts val="640"/>
              </a:spcBef>
              <a:spcAft>
                <a:spcPts val="0"/>
              </a:spcAft>
              <a:buSzPts val="1200"/>
              <a:buFont typeface="Noto Sans Symbols"/>
              <a:buNone/>
            </a:pPr>
            <a:endParaRPr sz="2000" dirty="0">
              <a:solidFill>
                <a:schemeClr val="dk1"/>
              </a:solidFill>
              <a:latin typeface="Times New Roman"/>
              <a:ea typeface="Times New Roman"/>
              <a:cs typeface="Times New Roman"/>
              <a:sym typeface="Times New Roman"/>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15">
                                            <p:txEl>
                                              <p:pRg st="0" end="0"/>
                                            </p:txEl>
                                          </p:spTgt>
                                        </p:tgtEl>
                                        <p:attrNameLst>
                                          <p:attrName>style.visibility</p:attrName>
                                        </p:attrNameLst>
                                      </p:cBhvr>
                                      <p:to>
                                        <p:strVal val="visible"/>
                                      </p:to>
                                    </p:set>
                                    <p:anim calcmode="lin" valueType="num">
                                      <p:cBhvr additive="base">
                                        <p:cTn id="7" dur="500" fill="hold"/>
                                        <p:tgtEl>
                                          <p:spTgt spid="115">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15">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115">
                                            <p:txEl>
                                              <p:pRg st="1" end="1"/>
                                            </p:txEl>
                                          </p:spTgt>
                                        </p:tgtEl>
                                        <p:attrNameLst>
                                          <p:attrName>style.visibility</p:attrName>
                                        </p:attrNameLst>
                                      </p:cBhvr>
                                      <p:to>
                                        <p:strVal val="visible"/>
                                      </p:to>
                                    </p:set>
                                    <p:anim calcmode="lin" valueType="num">
                                      <p:cBhvr additive="base">
                                        <p:cTn id="13" dur="500" fill="hold"/>
                                        <p:tgtEl>
                                          <p:spTgt spid="115">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115">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115">
                                            <p:txEl>
                                              <p:pRg st="2" end="2"/>
                                            </p:txEl>
                                          </p:spTgt>
                                        </p:tgtEl>
                                        <p:attrNameLst>
                                          <p:attrName>style.visibility</p:attrName>
                                        </p:attrNameLst>
                                      </p:cBhvr>
                                      <p:to>
                                        <p:strVal val="visible"/>
                                      </p:to>
                                    </p:set>
                                    <p:anim calcmode="lin" valueType="num">
                                      <p:cBhvr additive="base">
                                        <p:cTn id="19" dur="500" fill="hold"/>
                                        <p:tgtEl>
                                          <p:spTgt spid="115">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115">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115">
                                            <p:txEl>
                                              <p:pRg st="3" end="3"/>
                                            </p:txEl>
                                          </p:spTgt>
                                        </p:tgtEl>
                                        <p:attrNameLst>
                                          <p:attrName>style.visibility</p:attrName>
                                        </p:attrNameLst>
                                      </p:cBhvr>
                                      <p:to>
                                        <p:strVal val="visible"/>
                                      </p:to>
                                    </p:set>
                                    <p:anim calcmode="lin" valueType="num">
                                      <p:cBhvr additive="base">
                                        <p:cTn id="25" dur="500" fill="hold"/>
                                        <p:tgtEl>
                                          <p:spTgt spid="115">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115">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115">
                                            <p:txEl>
                                              <p:pRg st="4" end="4"/>
                                            </p:txEl>
                                          </p:spTgt>
                                        </p:tgtEl>
                                        <p:attrNameLst>
                                          <p:attrName>style.visibility</p:attrName>
                                        </p:attrNameLst>
                                      </p:cBhvr>
                                      <p:to>
                                        <p:strVal val="visible"/>
                                      </p:to>
                                    </p:set>
                                    <p:anim calcmode="lin" valueType="num">
                                      <p:cBhvr additive="base">
                                        <p:cTn id="31" dur="500" fill="hold"/>
                                        <p:tgtEl>
                                          <p:spTgt spid="115">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115">
                                            <p:txEl>
                                              <p:pRg st="4" end="4"/>
                                            </p:txEl>
                                          </p:spTgt>
                                        </p:tgtEl>
                                        <p:attrNameLst>
                                          <p:attrName>ppt_y</p:attrName>
                                        </p:attrNameLst>
                                      </p:cBhvr>
                                      <p:tavLst>
                                        <p:tav tm="0">
                                          <p:val>
                                            <p:strVal val="1+#ppt_h/2"/>
                                          </p:val>
                                        </p:tav>
                                        <p:tav tm="100000">
                                          <p:val>
                                            <p:strVal val="#ppt_y"/>
                                          </p:val>
                                        </p:tav>
                                      </p:tavLst>
                                    </p:anim>
                                  </p:childTnLst>
                                </p:cTn>
                              </p:par>
                              <p:par>
                                <p:cTn id="33" presetID="2" presetClass="entr" presetSubtype="4" fill="hold" grpId="0" nodeType="withEffect">
                                  <p:stCondLst>
                                    <p:cond delay="0"/>
                                  </p:stCondLst>
                                  <p:childTnLst>
                                    <p:set>
                                      <p:cBhvr>
                                        <p:cTn id="34" dur="1" fill="hold">
                                          <p:stCondLst>
                                            <p:cond delay="0"/>
                                          </p:stCondLst>
                                        </p:cTn>
                                        <p:tgtEl>
                                          <p:spTgt spid="115">
                                            <p:txEl>
                                              <p:pRg st="5" end="5"/>
                                            </p:txEl>
                                          </p:spTgt>
                                        </p:tgtEl>
                                        <p:attrNameLst>
                                          <p:attrName>style.visibility</p:attrName>
                                        </p:attrNameLst>
                                      </p:cBhvr>
                                      <p:to>
                                        <p:strVal val="visible"/>
                                      </p:to>
                                    </p:set>
                                    <p:anim calcmode="lin" valueType="num">
                                      <p:cBhvr additive="base">
                                        <p:cTn id="35" dur="500" fill="hold"/>
                                        <p:tgtEl>
                                          <p:spTgt spid="115">
                                            <p:txEl>
                                              <p:pRg st="5" end="5"/>
                                            </p:txEl>
                                          </p:spTgt>
                                        </p:tgtEl>
                                        <p:attrNameLst>
                                          <p:attrName>ppt_x</p:attrName>
                                        </p:attrNameLst>
                                      </p:cBhvr>
                                      <p:tavLst>
                                        <p:tav tm="0">
                                          <p:val>
                                            <p:strVal val="#ppt_x"/>
                                          </p:val>
                                        </p:tav>
                                        <p:tav tm="100000">
                                          <p:val>
                                            <p:strVal val="#ppt_x"/>
                                          </p:val>
                                        </p:tav>
                                      </p:tavLst>
                                    </p:anim>
                                    <p:anim calcmode="lin" valueType="num">
                                      <p:cBhvr additive="base">
                                        <p:cTn id="36" dur="500" fill="hold"/>
                                        <p:tgtEl>
                                          <p:spTgt spid="115">
                                            <p:txEl>
                                              <p:pRg st="5" end="5"/>
                                            </p:txEl>
                                          </p:spTgt>
                                        </p:tgtEl>
                                        <p:attrNameLst>
                                          <p:attrName>ppt_y</p:attrName>
                                        </p:attrNameLst>
                                      </p:cBhvr>
                                      <p:tavLst>
                                        <p:tav tm="0">
                                          <p:val>
                                            <p:strVal val="1+#ppt_h/2"/>
                                          </p:val>
                                        </p:tav>
                                        <p:tav tm="100000">
                                          <p:val>
                                            <p:strVal val="#ppt_y"/>
                                          </p:val>
                                        </p:tav>
                                      </p:tavLst>
                                    </p:anim>
                                  </p:childTnLst>
                                </p:cTn>
                              </p:par>
                              <p:par>
                                <p:cTn id="37" presetID="2" presetClass="entr" presetSubtype="4" fill="hold" grpId="0" nodeType="withEffect">
                                  <p:stCondLst>
                                    <p:cond delay="0"/>
                                  </p:stCondLst>
                                  <p:childTnLst>
                                    <p:set>
                                      <p:cBhvr>
                                        <p:cTn id="38" dur="1" fill="hold">
                                          <p:stCondLst>
                                            <p:cond delay="0"/>
                                          </p:stCondLst>
                                        </p:cTn>
                                        <p:tgtEl>
                                          <p:spTgt spid="115">
                                            <p:txEl>
                                              <p:pRg st="6" end="6"/>
                                            </p:txEl>
                                          </p:spTgt>
                                        </p:tgtEl>
                                        <p:attrNameLst>
                                          <p:attrName>style.visibility</p:attrName>
                                        </p:attrNameLst>
                                      </p:cBhvr>
                                      <p:to>
                                        <p:strVal val="visible"/>
                                      </p:to>
                                    </p:set>
                                    <p:anim calcmode="lin" valueType="num">
                                      <p:cBhvr additive="base">
                                        <p:cTn id="39" dur="500" fill="hold"/>
                                        <p:tgtEl>
                                          <p:spTgt spid="115">
                                            <p:txEl>
                                              <p:pRg st="6" end="6"/>
                                            </p:txEl>
                                          </p:spTgt>
                                        </p:tgtEl>
                                        <p:attrNameLst>
                                          <p:attrName>ppt_x</p:attrName>
                                        </p:attrNameLst>
                                      </p:cBhvr>
                                      <p:tavLst>
                                        <p:tav tm="0">
                                          <p:val>
                                            <p:strVal val="#ppt_x"/>
                                          </p:val>
                                        </p:tav>
                                        <p:tav tm="100000">
                                          <p:val>
                                            <p:strVal val="#ppt_x"/>
                                          </p:val>
                                        </p:tav>
                                      </p:tavLst>
                                    </p:anim>
                                    <p:anim calcmode="lin" valueType="num">
                                      <p:cBhvr additive="base">
                                        <p:cTn id="40" dur="500" fill="hold"/>
                                        <p:tgtEl>
                                          <p:spTgt spid="115">
                                            <p:txEl>
                                              <p:pRg st="6" end="6"/>
                                            </p:txEl>
                                          </p:spTgt>
                                        </p:tgtEl>
                                        <p:attrNameLst>
                                          <p:attrName>ppt_y</p:attrName>
                                        </p:attrNameLst>
                                      </p:cBhvr>
                                      <p:tavLst>
                                        <p:tav tm="0">
                                          <p:val>
                                            <p:strVal val="1+#ppt_h/2"/>
                                          </p:val>
                                        </p:tav>
                                        <p:tav tm="100000">
                                          <p:val>
                                            <p:strVal val="#ppt_y"/>
                                          </p:val>
                                        </p:tav>
                                      </p:tavLst>
                                    </p:anim>
                                  </p:childTnLst>
                                </p:cTn>
                              </p:par>
                              <p:par>
                                <p:cTn id="41" presetID="2" presetClass="entr" presetSubtype="4" fill="hold" grpId="0" nodeType="withEffect">
                                  <p:stCondLst>
                                    <p:cond delay="0"/>
                                  </p:stCondLst>
                                  <p:childTnLst>
                                    <p:set>
                                      <p:cBhvr>
                                        <p:cTn id="42" dur="1" fill="hold">
                                          <p:stCondLst>
                                            <p:cond delay="0"/>
                                          </p:stCondLst>
                                        </p:cTn>
                                        <p:tgtEl>
                                          <p:spTgt spid="115">
                                            <p:txEl>
                                              <p:pRg st="7" end="7"/>
                                            </p:txEl>
                                          </p:spTgt>
                                        </p:tgtEl>
                                        <p:attrNameLst>
                                          <p:attrName>style.visibility</p:attrName>
                                        </p:attrNameLst>
                                      </p:cBhvr>
                                      <p:to>
                                        <p:strVal val="visible"/>
                                      </p:to>
                                    </p:set>
                                    <p:anim calcmode="lin" valueType="num">
                                      <p:cBhvr additive="base">
                                        <p:cTn id="43" dur="500" fill="hold"/>
                                        <p:tgtEl>
                                          <p:spTgt spid="115">
                                            <p:txEl>
                                              <p:pRg st="7" end="7"/>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115">
                                            <p:txEl>
                                              <p:pRg st="7" end="7"/>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5" grpId="0" build="p"/>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119"/>
        <p:cNvGrpSpPr/>
        <p:nvPr/>
      </p:nvGrpSpPr>
      <p:grpSpPr>
        <a:xfrm>
          <a:off x="0" y="0"/>
          <a:ext cx="0" cy="0"/>
          <a:chOff x="0" y="0"/>
          <a:chExt cx="0" cy="0"/>
        </a:xfrm>
      </p:grpSpPr>
      <p:sp>
        <p:nvSpPr>
          <p:cNvPr id="120" name="Google Shape;120;p22"/>
          <p:cNvSpPr txBox="1">
            <a:spLocks noGrp="1"/>
          </p:cNvSpPr>
          <p:nvPr>
            <p:ph type="ctrTitle"/>
          </p:nvPr>
        </p:nvSpPr>
        <p:spPr>
          <a:xfrm>
            <a:off x="0" y="1"/>
            <a:ext cx="5486400" cy="914400"/>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SzPts val="1400"/>
              <a:buNone/>
            </a:pPr>
            <a:r>
              <a:rPr lang="en-US" sz="2400" b="1">
                <a:latin typeface="Times New Roman"/>
                <a:ea typeface="Times New Roman"/>
                <a:cs typeface="Times New Roman"/>
                <a:sym typeface="Times New Roman"/>
              </a:rPr>
              <a:t>Computer Generations</a:t>
            </a:r>
            <a:endParaRPr sz="2400" b="1">
              <a:latin typeface="Times New Roman"/>
              <a:ea typeface="Times New Roman"/>
              <a:cs typeface="Times New Roman"/>
              <a:sym typeface="Times New Roman"/>
            </a:endParaRPr>
          </a:p>
        </p:txBody>
      </p:sp>
      <p:sp>
        <p:nvSpPr>
          <p:cNvPr id="121" name="Google Shape;121;p22"/>
          <p:cNvSpPr txBox="1">
            <a:spLocks noGrp="1"/>
          </p:cNvSpPr>
          <p:nvPr>
            <p:ph type="subTitle" idx="1"/>
          </p:nvPr>
        </p:nvSpPr>
        <p:spPr>
          <a:xfrm>
            <a:off x="533400" y="1371600"/>
            <a:ext cx="8153400" cy="4724400"/>
          </a:xfrm>
          <a:prstGeom prst="rect">
            <a:avLst/>
          </a:prstGeom>
          <a:noFill/>
          <a:ln>
            <a:noFill/>
          </a:ln>
        </p:spPr>
        <p:txBody>
          <a:bodyPr spcFirstLastPara="1" wrap="square" lIns="91425" tIns="45700" rIns="91425" bIns="45700" anchor="t" anchorCtr="0">
            <a:noAutofit/>
          </a:bodyPr>
          <a:lstStyle/>
          <a:p>
            <a:pPr marL="354965" marR="5080" lvl="0" indent="-342900" algn="l" rtl="0">
              <a:lnSpc>
                <a:spcPct val="100000"/>
              </a:lnSpc>
              <a:spcBef>
                <a:spcPts val="90"/>
              </a:spcBef>
              <a:spcAft>
                <a:spcPts val="0"/>
              </a:spcAft>
              <a:buClr>
                <a:schemeClr val="dk1"/>
              </a:buClr>
              <a:buSzPts val="1200"/>
              <a:buFont typeface="Noto Sans Symbols"/>
              <a:buChar char="⮚"/>
            </a:pPr>
            <a:r>
              <a:rPr lang="en-US" sz="2000" dirty="0">
                <a:solidFill>
                  <a:schemeClr val="dk1"/>
                </a:solidFill>
                <a:latin typeface="Times New Roman"/>
                <a:ea typeface="Times New Roman"/>
                <a:cs typeface="Times New Roman"/>
                <a:sym typeface="Times New Roman"/>
              </a:rPr>
              <a:t>“</a:t>
            </a:r>
            <a:r>
              <a:rPr lang="en-US" sz="2000" i="1" dirty="0">
                <a:solidFill>
                  <a:schemeClr val="dk1"/>
                </a:solidFill>
                <a:latin typeface="Times New Roman"/>
                <a:ea typeface="Times New Roman"/>
                <a:cs typeface="Times New Roman"/>
                <a:sym typeface="Times New Roman"/>
              </a:rPr>
              <a:t>Generation</a:t>
            </a:r>
            <a:r>
              <a:rPr lang="en-US" sz="2000" dirty="0">
                <a:solidFill>
                  <a:schemeClr val="dk1"/>
                </a:solidFill>
                <a:latin typeface="Times New Roman"/>
                <a:ea typeface="Times New Roman"/>
                <a:cs typeface="Times New Roman"/>
                <a:sym typeface="Times New Roman"/>
              </a:rPr>
              <a:t>” in computer talk is a step in technology.  It provides a framework for the growth of computer industry</a:t>
            </a:r>
            <a:endParaRPr sz="2000" dirty="0">
              <a:solidFill>
                <a:schemeClr val="dk1"/>
              </a:solidFill>
              <a:latin typeface="Times New Roman"/>
              <a:ea typeface="Times New Roman"/>
              <a:cs typeface="Times New Roman"/>
              <a:sym typeface="Times New Roman"/>
            </a:endParaRPr>
          </a:p>
          <a:p>
            <a:pPr marL="457200" lvl="0" indent="-355600" algn="l" rtl="0">
              <a:lnSpc>
                <a:spcPct val="100000"/>
              </a:lnSpc>
              <a:spcBef>
                <a:spcPts val="1889"/>
              </a:spcBef>
              <a:spcAft>
                <a:spcPts val="0"/>
              </a:spcAft>
              <a:buClr>
                <a:schemeClr val="dk1"/>
              </a:buClr>
              <a:buSzPts val="1200"/>
              <a:buFont typeface="Noto Sans Symbols"/>
              <a:buNone/>
            </a:pPr>
            <a:endParaRPr sz="2000" dirty="0">
              <a:solidFill>
                <a:schemeClr val="dk1"/>
              </a:solidFill>
              <a:latin typeface="Times New Roman"/>
              <a:ea typeface="Times New Roman"/>
              <a:cs typeface="Times New Roman"/>
              <a:sym typeface="Times New Roman"/>
            </a:endParaRPr>
          </a:p>
          <a:p>
            <a:pPr marL="354965" marR="5080" lvl="0" indent="-342900" algn="l" rtl="0">
              <a:lnSpc>
                <a:spcPct val="100000"/>
              </a:lnSpc>
              <a:spcBef>
                <a:spcPts val="640"/>
              </a:spcBef>
              <a:spcAft>
                <a:spcPts val="0"/>
              </a:spcAft>
              <a:buClr>
                <a:schemeClr val="dk1"/>
              </a:buClr>
              <a:buSzPts val="1200"/>
              <a:buFont typeface="Noto Sans Symbols"/>
              <a:buChar char="⮚"/>
            </a:pPr>
            <a:r>
              <a:rPr lang="en-US" sz="2000" dirty="0">
                <a:solidFill>
                  <a:schemeClr val="dk1"/>
                </a:solidFill>
                <a:latin typeface="Times New Roman"/>
                <a:ea typeface="Times New Roman"/>
                <a:cs typeface="Times New Roman"/>
                <a:sym typeface="Times New Roman"/>
              </a:rPr>
              <a:t>Originally  it  was  used  to  distinguish  between  various hardware technologies, but now it has been extended to include both hardware and software</a:t>
            </a:r>
            <a:endParaRPr sz="2000" dirty="0">
              <a:solidFill>
                <a:schemeClr val="dk1"/>
              </a:solidFill>
              <a:latin typeface="Times New Roman"/>
              <a:ea typeface="Times New Roman"/>
              <a:cs typeface="Times New Roman"/>
              <a:sym typeface="Times New Roman"/>
            </a:endParaRPr>
          </a:p>
          <a:p>
            <a:pPr marL="457200" lvl="0" indent="-355600" algn="l" rtl="0">
              <a:lnSpc>
                <a:spcPct val="100000"/>
              </a:lnSpc>
              <a:spcBef>
                <a:spcPts val="1889"/>
              </a:spcBef>
              <a:spcAft>
                <a:spcPts val="0"/>
              </a:spcAft>
              <a:buClr>
                <a:schemeClr val="dk1"/>
              </a:buClr>
              <a:buSzPts val="1200"/>
              <a:buFont typeface="Noto Sans Symbols"/>
              <a:buNone/>
            </a:pPr>
            <a:endParaRPr sz="2000" dirty="0">
              <a:solidFill>
                <a:schemeClr val="dk1"/>
              </a:solidFill>
              <a:latin typeface="Times New Roman"/>
              <a:ea typeface="Times New Roman"/>
              <a:cs typeface="Times New Roman"/>
              <a:sym typeface="Times New Roman"/>
            </a:endParaRPr>
          </a:p>
          <a:p>
            <a:pPr marL="355600" lvl="0" indent="-342900" algn="l" rtl="0">
              <a:lnSpc>
                <a:spcPct val="100000"/>
              </a:lnSpc>
              <a:spcBef>
                <a:spcPts val="640"/>
              </a:spcBef>
              <a:spcAft>
                <a:spcPts val="0"/>
              </a:spcAft>
              <a:buClr>
                <a:schemeClr val="dk1"/>
              </a:buClr>
              <a:buSzPts val="1200"/>
              <a:buFont typeface="Noto Sans Symbols"/>
              <a:buChar char="⮚"/>
            </a:pPr>
            <a:r>
              <a:rPr lang="en-US" sz="2000" dirty="0">
                <a:solidFill>
                  <a:schemeClr val="dk1"/>
                </a:solidFill>
                <a:latin typeface="Times New Roman"/>
                <a:ea typeface="Times New Roman"/>
                <a:cs typeface="Times New Roman"/>
                <a:sym typeface="Times New Roman"/>
              </a:rPr>
              <a:t>Till today, there are five computer generations</a:t>
            </a:r>
            <a:endParaRPr sz="2000" dirty="0">
              <a:solidFill>
                <a:schemeClr val="dk1"/>
              </a:solidFill>
              <a:latin typeface="Times New Roman"/>
              <a:ea typeface="Times New Roman"/>
              <a:cs typeface="Times New Roman"/>
              <a:sym typeface="Times New Roman"/>
            </a:endParaRPr>
          </a:p>
          <a:p>
            <a:pPr marL="457200" lvl="0" indent="-355600" algn="l" rtl="0">
              <a:lnSpc>
                <a:spcPct val="100000"/>
              </a:lnSpc>
              <a:spcBef>
                <a:spcPts val="640"/>
              </a:spcBef>
              <a:spcAft>
                <a:spcPts val="0"/>
              </a:spcAft>
              <a:buClr>
                <a:schemeClr val="dk1"/>
              </a:buClr>
              <a:buSzPts val="1200"/>
              <a:buFont typeface="Noto Sans Symbols"/>
              <a:buNone/>
            </a:pPr>
            <a:endParaRPr sz="2000" dirty="0">
              <a:solidFill>
                <a:schemeClr val="dk1"/>
              </a:solidFill>
              <a:latin typeface="Times New Roman"/>
              <a:ea typeface="Times New Roman"/>
              <a:cs typeface="Times New Roman"/>
              <a:sym typeface="Times New Roman"/>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121">
                                            <p:txEl>
                                              <p:pRg st="0" end="0"/>
                                            </p:txEl>
                                          </p:spTgt>
                                        </p:tgtEl>
                                        <p:attrNameLst>
                                          <p:attrName>style.visibility</p:attrName>
                                        </p:attrNameLst>
                                      </p:cBhvr>
                                      <p:to>
                                        <p:strVal val="visible"/>
                                      </p:to>
                                    </p:set>
                                    <p:animEffect transition="in" filter="barn(inVertical)">
                                      <p:cBhvr>
                                        <p:cTn id="7" dur="500"/>
                                        <p:tgtEl>
                                          <p:spTgt spid="121">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grpId="0" nodeType="clickEffect">
                                  <p:stCondLst>
                                    <p:cond delay="0"/>
                                  </p:stCondLst>
                                  <p:childTnLst>
                                    <p:set>
                                      <p:cBhvr>
                                        <p:cTn id="11" dur="1" fill="hold">
                                          <p:stCondLst>
                                            <p:cond delay="0"/>
                                          </p:stCondLst>
                                        </p:cTn>
                                        <p:tgtEl>
                                          <p:spTgt spid="121">
                                            <p:txEl>
                                              <p:pRg st="2" end="2"/>
                                            </p:txEl>
                                          </p:spTgt>
                                        </p:tgtEl>
                                        <p:attrNameLst>
                                          <p:attrName>style.visibility</p:attrName>
                                        </p:attrNameLst>
                                      </p:cBhvr>
                                      <p:to>
                                        <p:strVal val="visible"/>
                                      </p:to>
                                    </p:set>
                                    <p:animEffect transition="in" filter="barn(inVertical)">
                                      <p:cBhvr>
                                        <p:cTn id="12" dur="500"/>
                                        <p:tgtEl>
                                          <p:spTgt spid="121">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6" presetClass="entr" presetSubtype="21" fill="hold" grpId="0" nodeType="clickEffect">
                                  <p:stCondLst>
                                    <p:cond delay="0"/>
                                  </p:stCondLst>
                                  <p:childTnLst>
                                    <p:set>
                                      <p:cBhvr>
                                        <p:cTn id="16" dur="1" fill="hold">
                                          <p:stCondLst>
                                            <p:cond delay="0"/>
                                          </p:stCondLst>
                                        </p:cTn>
                                        <p:tgtEl>
                                          <p:spTgt spid="121">
                                            <p:txEl>
                                              <p:pRg st="4" end="4"/>
                                            </p:txEl>
                                          </p:spTgt>
                                        </p:tgtEl>
                                        <p:attrNameLst>
                                          <p:attrName>style.visibility</p:attrName>
                                        </p:attrNameLst>
                                      </p:cBhvr>
                                      <p:to>
                                        <p:strVal val="visible"/>
                                      </p:to>
                                    </p:set>
                                    <p:animEffect transition="in" filter="barn(inVertical)">
                                      <p:cBhvr>
                                        <p:cTn id="17" dur="500"/>
                                        <p:tgtEl>
                                          <p:spTgt spid="121">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1" grpId="0" build="p"/>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58">
          <a:extLst>
            <a:ext uri="{FF2B5EF4-FFF2-40B4-BE49-F238E27FC236}">
              <a16:creationId xmlns:a16="http://schemas.microsoft.com/office/drawing/2014/main" id="{93BAF750-FF39-5AF7-2A8C-2E08CA778509}"/>
            </a:ext>
          </a:extLst>
        </p:cNvPr>
        <p:cNvGrpSpPr/>
        <p:nvPr/>
      </p:nvGrpSpPr>
      <p:grpSpPr>
        <a:xfrm>
          <a:off x="0" y="0"/>
          <a:ext cx="0" cy="0"/>
          <a:chOff x="0" y="0"/>
          <a:chExt cx="0" cy="0"/>
        </a:xfrm>
      </p:grpSpPr>
      <p:sp>
        <p:nvSpPr>
          <p:cNvPr id="59" name="Google Shape;59;p13">
            <a:extLst>
              <a:ext uri="{FF2B5EF4-FFF2-40B4-BE49-F238E27FC236}">
                <a16:creationId xmlns:a16="http://schemas.microsoft.com/office/drawing/2014/main" id="{1D3ABA00-BBBA-7978-F579-748FAFA0EAA2}"/>
              </a:ext>
            </a:extLst>
          </p:cNvPr>
          <p:cNvSpPr txBox="1">
            <a:spLocks noGrp="1"/>
          </p:cNvSpPr>
          <p:nvPr>
            <p:ph type="ctrTitle"/>
          </p:nvPr>
        </p:nvSpPr>
        <p:spPr>
          <a:xfrm>
            <a:off x="0" y="1"/>
            <a:ext cx="5486400" cy="914400"/>
          </a:xfrm>
          <a:prstGeom prst="rect">
            <a:avLst/>
          </a:prstGeom>
          <a:noFill/>
          <a:ln>
            <a:noFill/>
          </a:ln>
        </p:spPr>
        <p:txBody>
          <a:bodyPr spcFirstLastPara="1" wrap="square" lIns="91425" tIns="45700" rIns="91425" bIns="45700" anchor="ctr" anchorCtr="0">
            <a:noAutofit/>
          </a:bodyPr>
          <a:lstStyle/>
          <a:p>
            <a:pPr algn="l"/>
            <a:r>
              <a:rPr lang="en-IN" b="1" dirty="0">
                <a:solidFill>
                  <a:schemeClr val="tx1"/>
                </a:solidFill>
                <a:latin typeface="Calibri" panose="020F0502020204030204" pitchFamily="34" charset="0"/>
                <a:ea typeface="Calibri" panose="020F0502020204030204" pitchFamily="34" charset="0"/>
                <a:cs typeface="Calibri" panose="020F0502020204030204" pitchFamily="34" charset="0"/>
              </a:rPr>
              <a:t>Generation &amp; Description</a:t>
            </a:r>
            <a:endParaRPr b="1" dirty="0">
              <a:solidFill>
                <a:schemeClr val="tx1"/>
              </a:solidFill>
              <a:latin typeface="Calibri" panose="020F0502020204030204" pitchFamily="34" charset="0"/>
              <a:ea typeface="Calibri" panose="020F0502020204030204" pitchFamily="34" charset="0"/>
              <a:cs typeface="Calibri" panose="020F0502020204030204" pitchFamily="34" charset="0"/>
            </a:endParaRPr>
          </a:p>
        </p:txBody>
      </p:sp>
      <p:sp>
        <p:nvSpPr>
          <p:cNvPr id="5" name="TextBox 4">
            <a:extLst>
              <a:ext uri="{FF2B5EF4-FFF2-40B4-BE49-F238E27FC236}">
                <a16:creationId xmlns:a16="http://schemas.microsoft.com/office/drawing/2014/main" id="{D3C97112-0CCD-CA12-9E2C-9F17E3F9E00B}"/>
              </a:ext>
            </a:extLst>
          </p:cNvPr>
          <p:cNvSpPr txBox="1"/>
          <p:nvPr/>
        </p:nvSpPr>
        <p:spPr>
          <a:xfrm>
            <a:off x="457200" y="1371600"/>
            <a:ext cx="3119120" cy="4924425"/>
          </a:xfrm>
          <a:prstGeom prst="rect">
            <a:avLst/>
          </a:prstGeom>
          <a:noFill/>
        </p:spPr>
        <p:txBody>
          <a:bodyPr wrap="square">
            <a:spAutoFit/>
          </a:bodyPr>
          <a:lstStyle/>
          <a:p>
            <a:pPr marL="342900" indent="-342900" algn="just">
              <a:buFont typeface="Wingdings" panose="05000000000000000000" pitchFamily="2" charset="2"/>
              <a:buChar char="§"/>
            </a:pPr>
            <a:r>
              <a:rPr lang="en-IN" sz="1600" b="1" dirty="0">
                <a:latin typeface="Calibri" panose="020F0502020204030204" pitchFamily="34" charset="0"/>
                <a:ea typeface="Calibri" panose="020F0502020204030204" pitchFamily="34" charset="0"/>
                <a:cs typeface="Calibri" panose="020F0502020204030204" pitchFamily="34" charset="0"/>
              </a:rPr>
              <a:t>First Generation</a:t>
            </a:r>
          </a:p>
          <a:p>
            <a:pPr algn="just" defTabSz="355600"/>
            <a:r>
              <a:rPr lang="en-IN" sz="1600" dirty="0">
                <a:latin typeface="Calibri" panose="020F0502020204030204" pitchFamily="34" charset="0"/>
                <a:ea typeface="Calibri" panose="020F0502020204030204" pitchFamily="34" charset="0"/>
                <a:cs typeface="Calibri" panose="020F0502020204030204" pitchFamily="34" charset="0"/>
              </a:rPr>
              <a:t>	The period of first generation: 	1946-1959.</a:t>
            </a:r>
          </a:p>
          <a:p>
            <a:pPr algn="just" defTabSz="355600"/>
            <a:r>
              <a:rPr lang="en-IN" sz="1600" b="1" i="1" dirty="0">
                <a:solidFill>
                  <a:srgbClr val="008000"/>
                </a:solidFill>
                <a:latin typeface="Calibri" panose="020F0502020204030204" pitchFamily="34" charset="0"/>
                <a:ea typeface="Calibri" panose="020F0502020204030204" pitchFamily="34" charset="0"/>
                <a:cs typeface="Calibri" panose="020F0502020204030204" pitchFamily="34" charset="0"/>
              </a:rPr>
              <a:t>	</a:t>
            </a:r>
            <a:r>
              <a:rPr lang="en-IN" b="1" i="1" dirty="0">
                <a:solidFill>
                  <a:srgbClr val="008000"/>
                </a:solidFill>
                <a:latin typeface="Calibri" panose="020F0502020204030204" pitchFamily="34" charset="0"/>
                <a:ea typeface="Calibri" panose="020F0502020204030204" pitchFamily="34" charset="0"/>
                <a:cs typeface="Calibri" panose="020F0502020204030204" pitchFamily="34" charset="0"/>
              </a:rPr>
              <a:t>Vacuum tube </a:t>
            </a:r>
            <a:r>
              <a:rPr lang="en-IN" sz="1600" b="1" i="1" dirty="0">
                <a:solidFill>
                  <a:srgbClr val="008000"/>
                </a:solidFill>
                <a:latin typeface="Calibri" panose="020F0502020204030204" pitchFamily="34" charset="0"/>
                <a:ea typeface="Calibri" panose="020F0502020204030204" pitchFamily="34" charset="0"/>
                <a:cs typeface="Calibri" panose="020F0502020204030204" pitchFamily="34" charset="0"/>
              </a:rPr>
              <a:t>based.</a:t>
            </a:r>
          </a:p>
          <a:p>
            <a:pPr marL="285750" indent="-285750" algn="just">
              <a:buFont typeface="Wingdings" panose="05000000000000000000" pitchFamily="2" charset="2"/>
              <a:buChar char="§"/>
            </a:pPr>
            <a:r>
              <a:rPr lang="en-IN" sz="1600" b="1" dirty="0">
                <a:latin typeface="Calibri" panose="020F0502020204030204" pitchFamily="34" charset="0"/>
                <a:ea typeface="Calibri" panose="020F0502020204030204" pitchFamily="34" charset="0"/>
                <a:cs typeface="Calibri" panose="020F0502020204030204" pitchFamily="34" charset="0"/>
              </a:rPr>
              <a:t>Second Generation</a:t>
            </a:r>
          </a:p>
          <a:p>
            <a:pPr algn="just" defTabSz="263525"/>
            <a:r>
              <a:rPr lang="en-IN" sz="1600" dirty="0">
                <a:latin typeface="Calibri" panose="020F0502020204030204" pitchFamily="34" charset="0"/>
                <a:ea typeface="Calibri" panose="020F0502020204030204" pitchFamily="34" charset="0"/>
                <a:cs typeface="Calibri" panose="020F0502020204030204" pitchFamily="34" charset="0"/>
              </a:rPr>
              <a:t>	The period of second 	generation: 1959-1965. </a:t>
            </a:r>
          </a:p>
          <a:p>
            <a:pPr algn="just" defTabSz="263525"/>
            <a:r>
              <a:rPr lang="en-IN" sz="1600" dirty="0">
                <a:latin typeface="Calibri" panose="020F0502020204030204" pitchFamily="34" charset="0"/>
                <a:ea typeface="Calibri" panose="020F0502020204030204" pitchFamily="34" charset="0"/>
                <a:cs typeface="Calibri" panose="020F0502020204030204" pitchFamily="34" charset="0"/>
              </a:rPr>
              <a:t>	</a:t>
            </a:r>
            <a:r>
              <a:rPr lang="en-IN" b="1" i="1" dirty="0">
                <a:solidFill>
                  <a:srgbClr val="008000"/>
                </a:solidFill>
                <a:latin typeface="Calibri" panose="020F0502020204030204" pitchFamily="34" charset="0"/>
                <a:ea typeface="Calibri" panose="020F0502020204030204" pitchFamily="34" charset="0"/>
                <a:cs typeface="Calibri" panose="020F0502020204030204" pitchFamily="34" charset="0"/>
              </a:rPr>
              <a:t>Transistor based</a:t>
            </a:r>
            <a:r>
              <a:rPr lang="en-IN" dirty="0">
                <a:latin typeface="Calibri" panose="020F0502020204030204" pitchFamily="34" charset="0"/>
                <a:ea typeface="Calibri" panose="020F0502020204030204" pitchFamily="34" charset="0"/>
                <a:cs typeface="Calibri" panose="020F0502020204030204" pitchFamily="34" charset="0"/>
              </a:rPr>
              <a:t>.</a:t>
            </a:r>
          </a:p>
          <a:p>
            <a:pPr marL="285750" indent="-285750" algn="just">
              <a:buFont typeface="Wingdings" panose="05000000000000000000" pitchFamily="2" charset="2"/>
              <a:buChar char="§"/>
            </a:pPr>
            <a:r>
              <a:rPr lang="en-IN" sz="1600" b="1" dirty="0">
                <a:latin typeface="Calibri" panose="020F0502020204030204" pitchFamily="34" charset="0"/>
                <a:ea typeface="Calibri" panose="020F0502020204030204" pitchFamily="34" charset="0"/>
                <a:cs typeface="Calibri" panose="020F0502020204030204" pitchFamily="34" charset="0"/>
              </a:rPr>
              <a:t>Third Generation</a:t>
            </a:r>
          </a:p>
          <a:p>
            <a:pPr algn="just">
              <a:tabLst>
                <a:tab pos="263525" algn="l"/>
              </a:tabLst>
            </a:pPr>
            <a:r>
              <a:rPr lang="en-IN" sz="1600" dirty="0">
                <a:latin typeface="Calibri" panose="020F0502020204030204" pitchFamily="34" charset="0"/>
                <a:ea typeface="Calibri" panose="020F0502020204030204" pitchFamily="34" charset="0"/>
                <a:cs typeface="Calibri" panose="020F0502020204030204" pitchFamily="34" charset="0"/>
              </a:rPr>
              <a:t>	The period of third generation: 	1965-1971</a:t>
            </a:r>
            <a:r>
              <a:rPr lang="en-IN" sz="1600" b="1" i="1" dirty="0">
                <a:solidFill>
                  <a:srgbClr val="002060"/>
                </a:solidFill>
                <a:latin typeface="Calibri" panose="020F0502020204030204" pitchFamily="34" charset="0"/>
                <a:ea typeface="Calibri" panose="020F0502020204030204" pitchFamily="34" charset="0"/>
                <a:cs typeface="Calibri" panose="020F0502020204030204" pitchFamily="34" charset="0"/>
              </a:rPr>
              <a:t>. </a:t>
            </a:r>
          </a:p>
          <a:p>
            <a:pPr algn="just">
              <a:tabLst>
                <a:tab pos="263525" algn="l"/>
              </a:tabLst>
            </a:pPr>
            <a:r>
              <a:rPr lang="en-IN" b="1" i="1" dirty="0">
                <a:solidFill>
                  <a:srgbClr val="002060"/>
                </a:solidFill>
                <a:latin typeface="Calibri" panose="020F0502020204030204" pitchFamily="34" charset="0"/>
                <a:ea typeface="Calibri" panose="020F0502020204030204" pitchFamily="34" charset="0"/>
                <a:cs typeface="Calibri" panose="020F0502020204030204" pitchFamily="34" charset="0"/>
              </a:rPr>
              <a:t>	</a:t>
            </a:r>
            <a:r>
              <a:rPr lang="en-IN" b="1" i="1" dirty="0">
                <a:solidFill>
                  <a:srgbClr val="008000"/>
                </a:solidFill>
                <a:latin typeface="Calibri" panose="020F0502020204030204" pitchFamily="34" charset="0"/>
                <a:ea typeface="Calibri" panose="020F0502020204030204" pitchFamily="34" charset="0"/>
                <a:cs typeface="Calibri" panose="020F0502020204030204" pitchFamily="34" charset="0"/>
              </a:rPr>
              <a:t>Integrated-Circuit based.</a:t>
            </a:r>
            <a:endParaRPr lang="en-IN" sz="1600" b="1" i="1" dirty="0">
              <a:solidFill>
                <a:srgbClr val="008000"/>
              </a:solidFill>
              <a:latin typeface="Calibri" panose="020F0502020204030204" pitchFamily="34" charset="0"/>
              <a:ea typeface="Calibri" panose="020F0502020204030204" pitchFamily="34" charset="0"/>
              <a:cs typeface="Calibri" panose="020F0502020204030204" pitchFamily="34" charset="0"/>
            </a:endParaRPr>
          </a:p>
          <a:p>
            <a:pPr marL="285750" indent="-285750" algn="just">
              <a:buFont typeface="Wingdings" panose="05000000000000000000" pitchFamily="2" charset="2"/>
              <a:buChar char="§"/>
            </a:pPr>
            <a:r>
              <a:rPr lang="en-IN" sz="1600" b="1" dirty="0">
                <a:latin typeface="Calibri" panose="020F0502020204030204" pitchFamily="34" charset="0"/>
                <a:ea typeface="Calibri" panose="020F0502020204030204" pitchFamily="34" charset="0"/>
                <a:cs typeface="Calibri" panose="020F0502020204030204" pitchFamily="34" charset="0"/>
              </a:rPr>
              <a:t>Fourth Generation</a:t>
            </a:r>
          </a:p>
          <a:p>
            <a:pPr algn="just">
              <a:tabLst>
                <a:tab pos="263525" algn="l"/>
              </a:tabLst>
            </a:pPr>
            <a:r>
              <a:rPr lang="en-IN" sz="1600" dirty="0">
                <a:latin typeface="Calibri" panose="020F0502020204030204" pitchFamily="34" charset="0"/>
                <a:ea typeface="Calibri" panose="020F0502020204030204" pitchFamily="34" charset="0"/>
                <a:cs typeface="Calibri" panose="020F0502020204030204" pitchFamily="34" charset="0"/>
              </a:rPr>
              <a:t>	The period of fourth 	generation: 1971-1980. </a:t>
            </a:r>
          </a:p>
          <a:p>
            <a:pPr algn="just">
              <a:tabLst>
                <a:tab pos="263525" algn="l"/>
              </a:tabLst>
            </a:pPr>
            <a:r>
              <a:rPr lang="en-IN" b="1" i="1" dirty="0">
                <a:solidFill>
                  <a:srgbClr val="002060"/>
                </a:solidFill>
                <a:latin typeface="Calibri" panose="020F0502020204030204" pitchFamily="34" charset="0"/>
                <a:ea typeface="Calibri" panose="020F0502020204030204" pitchFamily="34" charset="0"/>
                <a:cs typeface="Calibri" panose="020F0502020204030204" pitchFamily="34" charset="0"/>
              </a:rPr>
              <a:t>	</a:t>
            </a:r>
            <a:r>
              <a:rPr lang="en-IN" b="1" i="1" dirty="0">
                <a:solidFill>
                  <a:srgbClr val="008000"/>
                </a:solidFill>
                <a:latin typeface="Calibri" panose="020F0502020204030204" pitchFamily="34" charset="0"/>
                <a:ea typeface="Calibri" panose="020F0502020204030204" pitchFamily="34" charset="0"/>
                <a:cs typeface="Calibri" panose="020F0502020204030204" pitchFamily="34" charset="0"/>
              </a:rPr>
              <a:t>VLSI  microprocessor based.</a:t>
            </a:r>
            <a:endParaRPr lang="en-IN" sz="1600" b="1" i="1" dirty="0">
              <a:solidFill>
                <a:srgbClr val="008000"/>
              </a:solidFill>
              <a:latin typeface="Calibri" panose="020F0502020204030204" pitchFamily="34" charset="0"/>
              <a:ea typeface="Calibri" panose="020F0502020204030204" pitchFamily="34" charset="0"/>
              <a:cs typeface="Calibri" panose="020F0502020204030204" pitchFamily="34" charset="0"/>
            </a:endParaRPr>
          </a:p>
          <a:p>
            <a:pPr marL="285750" indent="-285750" algn="just">
              <a:buFont typeface="Wingdings" panose="05000000000000000000" pitchFamily="2" charset="2"/>
              <a:buChar char="§"/>
            </a:pPr>
            <a:r>
              <a:rPr lang="en-IN" sz="1600" b="1" dirty="0">
                <a:latin typeface="Calibri" panose="020F0502020204030204" pitchFamily="34" charset="0"/>
                <a:ea typeface="Calibri" panose="020F0502020204030204" pitchFamily="34" charset="0"/>
                <a:cs typeface="Calibri" panose="020F0502020204030204" pitchFamily="34" charset="0"/>
              </a:rPr>
              <a:t>Fifth Generation</a:t>
            </a:r>
          </a:p>
          <a:p>
            <a:pPr algn="just">
              <a:tabLst>
                <a:tab pos="263525" algn="l"/>
              </a:tabLst>
            </a:pPr>
            <a:r>
              <a:rPr lang="en-IN" sz="1600" dirty="0">
                <a:latin typeface="Calibri" panose="020F0502020204030204" pitchFamily="34" charset="0"/>
                <a:ea typeface="Calibri" panose="020F0502020204030204" pitchFamily="34" charset="0"/>
                <a:cs typeface="Calibri" panose="020F0502020204030204" pitchFamily="34" charset="0"/>
              </a:rPr>
              <a:t>	The period of fifth generation: 	1980-onwards. </a:t>
            </a:r>
          </a:p>
          <a:p>
            <a:pPr algn="just">
              <a:tabLst>
                <a:tab pos="263525" algn="l"/>
              </a:tabLst>
            </a:pPr>
            <a:r>
              <a:rPr lang="en-IN" b="1" i="1" dirty="0">
                <a:solidFill>
                  <a:srgbClr val="002060"/>
                </a:solidFill>
                <a:latin typeface="Calibri" panose="020F0502020204030204" pitchFamily="34" charset="0"/>
                <a:ea typeface="Calibri" panose="020F0502020204030204" pitchFamily="34" charset="0"/>
                <a:cs typeface="Calibri" panose="020F0502020204030204" pitchFamily="34" charset="0"/>
              </a:rPr>
              <a:t>	</a:t>
            </a:r>
            <a:r>
              <a:rPr lang="en-IN" b="1" i="1" dirty="0">
                <a:solidFill>
                  <a:srgbClr val="008000"/>
                </a:solidFill>
                <a:latin typeface="Calibri" panose="020F0502020204030204" pitchFamily="34" charset="0"/>
                <a:ea typeface="Calibri" panose="020F0502020204030204" pitchFamily="34" charset="0"/>
                <a:cs typeface="Calibri" panose="020F0502020204030204" pitchFamily="34" charset="0"/>
              </a:rPr>
              <a:t>ULSI  microprocessor-based</a:t>
            </a:r>
            <a:endParaRPr lang="en-IN" sz="1600" b="1" i="1" dirty="0">
              <a:solidFill>
                <a:srgbClr val="008000"/>
              </a:solidFill>
              <a:latin typeface="Calibri" panose="020F0502020204030204" pitchFamily="34" charset="0"/>
              <a:ea typeface="Calibri" panose="020F0502020204030204" pitchFamily="34" charset="0"/>
              <a:cs typeface="Calibri" panose="020F0502020204030204" pitchFamily="34" charset="0"/>
            </a:endParaRPr>
          </a:p>
        </p:txBody>
      </p:sp>
      <p:pic>
        <p:nvPicPr>
          <p:cNvPr id="2" name="Picture 1" descr="1st to 5th Generations of Computer: Complete Information.">
            <a:extLst>
              <a:ext uri="{FF2B5EF4-FFF2-40B4-BE49-F238E27FC236}">
                <a16:creationId xmlns:a16="http://schemas.microsoft.com/office/drawing/2014/main" id="{8AF705D8-5F25-B39C-E5E8-0AE3D6D10AC0}"/>
              </a:ext>
            </a:extLst>
          </p:cNvPr>
          <p:cNvPicPr>
            <a:picLocks noChangeAspect="1"/>
          </p:cNvPicPr>
          <p:nvPr/>
        </p:nvPicPr>
        <p:blipFill>
          <a:blip r:embed="rId3"/>
          <a:stretch>
            <a:fillRect/>
          </a:stretch>
        </p:blipFill>
        <p:spPr>
          <a:xfrm>
            <a:off x="3495040" y="1646555"/>
            <a:ext cx="5433586" cy="3839845"/>
          </a:xfrm>
          <a:prstGeom prst="rect">
            <a:avLst/>
          </a:prstGeom>
        </p:spPr>
      </p:pic>
      <p:sp>
        <p:nvSpPr>
          <p:cNvPr id="16" name="TextBox 15">
            <a:extLst>
              <a:ext uri="{FF2B5EF4-FFF2-40B4-BE49-F238E27FC236}">
                <a16:creationId xmlns:a16="http://schemas.microsoft.com/office/drawing/2014/main" id="{8FB7BADA-2A54-E402-EE8B-408F031FE196}"/>
              </a:ext>
            </a:extLst>
          </p:cNvPr>
          <p:cNvSpPr txBox="1"/>
          <p:nvPr/>
        </p:nvSpPr>
        <p:spPr>
          <a:xfrm>
            <a:off x="4013200" y="5618480"/>
            <a:ext cx="4673600" cy="584775"/>
          </a:xfrm>
          <a:prstGeom prst="rect">
            <a:avLst/>
          </a:prstGeom>
          <a:noFill/>
        </p:spPr>
        <p:txBody>
          <a:bodyPr wrap="square" rtlCol="0">
            <a:spAutoFit/>
          </a:bodyPr>
          <a:lstStyle/>
          <a:p>
            <a:pPr algn="ctr"/>
            <a:r>
              <a:rPr lang="en-IN" sz="1600" dirty="0">
                <a:latin typeface="Calibri" panose="020F0502020204030204" pitchFamily="34" charset="0"/>
                <a:ea typeface="Calibri" panose="020F0502020204030204" pitchFamily="34" charset="0"/>
                <a:cs typeface="Calibri" panose="020F0502020204030204" pitchFamily="34" charset="0"/>
              </a:rPr>
              <a:t>Fig. 1.2 Key technologies behind five generations of a computer</a:t>
            </a:r>
          </a:p>
        </p:txBody>
      </p:sp>
    </p:spTree>
    <p:extLst>
      <p:ext uri="{BB962C8B-B14F-4D97-AF65-F5344CB8AC3E}">
        <p14:creationId xmlns:p14="http://schemas.microsoft.com/office/powerpoint/2010/main" val="195974133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125"/>
        <p:cNvGrpSpPr/>
        <p:nvPr/>
      </p:nvGrpSpPr>
      <p:grpSpPr>
        <a:xfrm>
          <a:off x="0" y="0"/>
          <a:ext cx="0" cy="0"/>
          <a:chOff x="0" y="0"/>
          <a:chExt cx="0" cy="0"/>
        </a:xfrm>
      </p:grpSpPr>
      <p:sp>
        <p:nvSpPr>
          <p:cNvPr id="126" name="Google Shape;126;p23"/>
          <p:cNvSpPr txBox="1">
            <a:spLocks noGrp="1"/>
          </p:cNvSpPr>
          <p:nvPr>
            <p:ph type="ctrTitle"/>
          </p:nvPr>
        </p:nvSpPr>
        <p:spPr>
          <a:xfrm>
            <a:off x="-1" y="1"/>
            <a:ext cx="6420465" cy="914400"/>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SzPts val="1400"/>
              <a:buNone/>
            </a:pPr>
            <a:r>
              <a:rPr lang="en-US" sz="2400" b="1" dirty="0">
                <a:latin typeface="Times New Roman"/>
                <a:ea typeface="Times New Roman"/>
                <a:cs typeface="Times New Roman"/>
                <a:sym typeface="Times New Roman"/>
              </a:rPr>
              <a:t>1. First Generation (1940s–1956s)</a:t>
            </a:r>
            <a:r>
              <a:rPr lang="en-US" sz="2400" dirty="0">
                <a:latin typeface="Times New Roman"/>
                <a:ea typeface="Times New Roman"/>
                <a:cs typeface="Times New Roman"/>
                <a:sym typeface="Times New Roman"/>
              </a:rPr>
              <a:t> </a:t>
            </a:r>
            <a:endParaRPr sz="2400" dirty="0">
              <a:latin typeface="Times New Roman"/>
              <a:ea typeface="Times New Roman"/>
              <a:cs typeface="Times New Roman"/>
              <a:sym typeface="Times New Roman"/>
            </a:endParaRPr>
          </a:p>
        </p:txBody>
      </p:sp>
      <p:sp>
        <p:nvSpPr>
          <p:cNvPr id="127" name="Google Shape;127;p23"/>
          <p:cNvSpPr txBox="1">
            <a:spLocks noGrp="1"/>
          </p:cNvSpPr>
          <p:nvPr>
            <p:ph type="subTitle" idx="1"/>
          </p:nvPr>
        </p:nvSpPr>
        <p:spPr>
          <a:xfrm>
            <a:off x="340360" y="2059394"/>
            <a:ext cx="8153400" cy="3169920"/>
          </a:xfrm>
          <a:prstGeom prst="rect">
            <a:avLst/>
          </a:prstGeom>
          <a:noFill/>
          <a:ln>
            <a:noFill/>
          </a:ln>
        </p:spPr>
        <p:txBody>
          <a:bodyPr spcFirstLastPara="1" wrap="square" lIns="91425" tIns="45700" rIns="91425" bIns="45700" anchor="t" anchorCtr="0">
            <a:noAutofit/>
          </a:bodyPr>
          <a:lstStyle/>
          <a:p>
            <a:pPr marL="457200" lvl="0" indent="-431800" algn="l" rtl="0">
              <a:lnSpc>
                <a:spcPct val="100000"/>
              </a:lnSpc>
              <a:spcBef>
                <a:spcPts val="640"/>
              </a:spcBef>
              <a:spcAft>
                <a:spcPts val="0"/>
              </a:spcAft>
              <a:buSzPts val="3200"/>
              <a:buNone/>
            </a:pPr>
            <a:r>
              <a:rPr lang="en-US" sz="2400" b="1" dirty="0">
                <a:solidFill>
                  <a:schemeClr val="dk1"/>
                </a:solidFill>
                <a:latin typeface="Times New Roman"/>
                <a:ea typeface="Times New Roman"/>
                <a:cs typeface="Times New Roman"/>
                <a:sym typeface="Times New Roman"/>
              </a:rPr>
              <a:t>Technology:</a:t>
            </a:r>
            <a:r>
              <a:rPr lang="en-US" sz="2400" dirty="0">
                <a:solidFill>
                  <a:schemeClr val="dk1"/>
                </a:solidFill>
                <a:latin typeface="Times New Roman"/>
                <a:ea typeface="Times New Roman"/>
                <a:cs typeface="Times New Roman"/>
                <a:sym typeface="Times New Roman"/>
              </a:rPr>
              <a:t> Vacuum tubes.</a:t>
            </a:r>
            <a:endParaRPr dirty="0"/>
          </a:p>
          <a:p>
            <a:pPr marL="457200" lvl="0" indent="-431800" algn="l" rtl="0">
              <a:lnSpc>
                <a:spcPct val="100000"/>
              </a:lnSpc>
              <a:spcBef>
                <a:spcPts val="640"/>
              </a:spcBef>
              <a:spcAft>
                <a:spcPts val="0"/>
              </a:spcAft>
              <a:buSzPts val="3200"/>
              <a:buNone/>
            </a:pPr>
            <a:r>
              <a:rPr lang="en-US" sz="2400" b="1" dirty="0">
                <a:solidFill>
                  <a:schemeClr val="dk1"/>
                </a:solidFill>
                <a:latin typeface="Times New Roman"/>
                <a:ea typeface="Times New Roman"/>
                <a:cs typeface="Times New Roman"/>
                <a:sym typeface="Times New Roman"/>
              </a:rPr>
              <a:t>Language:</a:t>
            </a:r>
            <a:r>
              <a:rPr lang="en-US" sz="2400" dirty="0">
                <a:solidFill>
                  <a:schemeClr val="dk1"/>
                </a:solidFill>
                <a:latin typeface="Times New Roman"/>
                <a:ea typeface="Times New Roman"/>
                <a:cs typeface="Times New Roman"/>
                <a:sym typeface="Times New Roman"/>
              </a:rPr>
              <a:t> Machine language (binary).</a:t>
            </a:r>
            <a:endParaRPr dirty="0"/>
          </a:p>
          <a:p>
            <a:pPr marL="457200" lvl="0" indent="-431800" algn="l" rtl="0">
              <a:lnSpc>
                <a:spcPct val="100000"/>
              </a:lnSpc>
              <a:spcBef>
                <a:spcPts val="640"/>
              </a:spcBef>
              <a:spcAft>
                <a:spcPts val="0"/>
              </a:spcAft>
              <a:buSzPts val="3200"/>
              <a:buNone/>
            </a:pPr>
            <a:r>
              <a:rPr lang="en-US" sz="2400" b="1" dirty="0">
                <a:solidFill>
                  <a:schemeClr val="dk1"/>
                </a:solidFill>
                <a:latin typeface="Times New Roman"/>
                <a:ea typeface="Times New Roman"/>
                <a:cs typeface="Times New Roman"/>
                <a:sym typeface="Times New Roman"/>
              </a:rPr>
              <a:t>Size:</a:t>
            </a:r>
            <a:r>
              <a:rPr lang="en-US" sz="2400" dirty="0">
                <a:solidFill>
                  <a:schemeClr val="dk1"/>
                </a:solidFill>
                <a:latin typeface="Times New Roman"/>
                <a:ea typeface="Times New Roman"/>
                <a:cs typeface="Times New Roman"/>
                <a:sym typeface="Times New Roman"/>
              </a:rPr>
              <a:t> Huge (room-sized).</a:t>
            </a:r>
            <a:endParaRPr dirty="0"/>
          </a:p>
          <a:p>
            <a:pPr marL="457200" lvl="0" indent="-431800" algn="l" rtl="0">
              <a:lnSpc>
                <a:spcPct val="100000"/>
              </a:lnSpc>
              <a:spcBef>
                <a:spcPts val="640"/>
              </a:spcBef>
              <a:spcAft>
                <a:spcPts val="0"/>
              </a:spcAft>
              <a:buSzPts val="3200"/>
              <a:buNone/>
            </a:pPr>
            <a:r>
              <a:rPr lang="en-US" sz="2400" b="1" dirty="0">
                <a:solidFill>
                  <a:schemeClr val="dk1"/>
                </a:solidFill>
                <a:latin typeface="Times New Roman"/>
                <a:ea typeface="Times New Roman"/>
                <a:cs typeface="Times New Roman"/>
                <a:sym typeface="Times New Roman"/>
              </a:rPr>
              <a:t>Examples:</a:t>
            </a:r>
            <a:r>
              <a:rPr lang="en-US" sz="2400" dirty="0">
                <a:solidFill>
                  <a:schemeClr val="dk1"/>
                </a:solidFill>
                <a:latin typeface="Times New Roman"/>
                <a:ea typeface="Times New Roman"/>
                <a:cs typeface="Times New Roman"/>
                <a:sym typeface="Times New Roman"/>
              </a:rPr>
              <a:t> </a:t>
            </a:r>
            <a:r>
              <a:rPr lang="en-US" sz="2000" dirty="0">
                <a:solidFill>
                  <a:srgbClr val="001D35"/>
                </a:solidFill>
                <a:highlight>
                  <a:srgbClr val="FFFFFF"/>
                </a:highlight>
                <a:latin typeface="Times New Roman"/>
                <a:ea typeface="Times New Roman"/>
                <a:cs typeface="Times New Roman"/>
                <a:sym typeface="Times New Roman"/>
              </a:rPr>
              <a:t>Electronic Numerical Integrator and Computer</a:t>
            </a:r>
            <a:r>
              <a:rPr lang="en-US" sz="1350" dirty="0">
                <a:solidFill>
                  <a:srgbClr val="001D35"/>
                </a:solidFill>
                <a:highlight>
                  <a:srgbClr val="FFFFFF"/>
                </a:highlight>
                <a:latin typeface="Arial"/>
                <a:ea typeface="Arial"/>
                <a:cs typeface="Arial"/>
                <a:sym typeface="Arial"/>
              </a:rPr>
              <a:t> </a:t>
            </a:r>
            <a:r>
              <a:rPr lang="en-US" sz="2400" dirty="0">
                <a:solidFill>
                  <a:schemeClr val="dk1"/>
                </a:solidFill>
                <a:latin typeface="Times New Roman"/>
                <a:ea typeface="Times New Roman"/>
                <a:cs typeface="Times New Roman"/>
                <a:sym typeface="Times New Roman"/>
              </a:rPr>
              <a:t>(ENIAC),  </a:t>
            </a:r>
            <a:r>
              <a:rPr lang="en-US" sz="2000" dirty="0">
                <a:solidFill>
                  <a:srgbClr val="001D35"/>
                </a:solidFill>
                <a:highlight>
                  <a:srgbClr val="FFFFFF"/>
                </a:highlight>
                <a:latin typeface="Times New Roman"/>
                <a:ea typeface="Times New Roman"/>
                <a:cs typeface="Times New Roman"/>
                <a:sym typeface="Times New Roman"/>
              </a:rPr>
              <a:t>Universal Automatic Computer I </a:t>
            </a:r>
            <a:r>
              <a:rPr lang="en-US" sz="2400" dirty="0">
                <a:solidFill>
                  <a:schemeClr val="dk1"/>
                </a:solidFill>
                <a:latin typeface="Times New Roman"/>
                <a:ea typeface="Times New Roman"/>
                <a:cs typeface="Times New Roman"/>
                <a:sym typeface="Times New Roman"/>
              </a:rPr>
              <a:t>(UNIVAC I).</a:t>
            </a:r>
            <a:endParaRPr dirty="0"/>
          </a:p>
          <a:p>
            <a:pPr lvl="0" algn="l"/>
            <a:r>
              <a:rPr lang="en-US" sz="2400" b="1" dirty="0">
                <a:solidFill>
                  <a:schemeClr val="dk1"/>
                </a:solidFill>
                <a:latin typeface="Times New Roman"/>
                <a:ea typeface="Times New Roman"/>
                <a:cs typeface="Times New Roman"/>
                <a:sym typeface="Times New Roman"/>
              </a:rPr>
              <a:t>Features:</a:t>
            </a:r>
            <a:r>
              <a:rPr lang="en-US" sz="2400" dirty="0">
                <a:solidFill>
                  <a:schemeClr val="dk1"/>
                </a:solidFill>
                <a:latin typeface="Times New Roman"/>
                <a:ea typeface="Times New Roman"/>
                <a:cs typeface="Times New Roman"/>
                <a:sym typeface="Times New Roman"/>
              </a:rPr>
              <a:t> Very slow, produced a lot of heat, high electricity use, need of AC, Non-portable.</a:t>
            </a:r>
            <a:endParaRPr dirty="0"/>
          </a:p>
        </p:txBody>
      </p:sp>
      <p:pic>
        <p:nvPicPr>
          <p:cNvPr id="3" name="Picture 2" descr="IBM 700 Series">
            <a:extLst>
              <a:ext uri="{FF2B5EF4-FFF2-40B4-BE49-F238E27FC236}">
                <a16:creationId xmlns:a16="http://schemas.microsoft.com/office/drawing/2014/main" id="{B119C9DD-8991-E7AC-0F5B-821E261FAC7F}"/>
              </a:ext>
            </a:extLst>
          </p:cNvPr>
          <p:cNvPicPr>
            <a:picLocks noChangeAspect="1"/>
          </p:cNvPicPr>
          <p:nvPr/>
        </p:nvPicPr>
        <p:blipFill>
          <a:blip r:embed="rId3"/>
          <a:stretch>
            <a:fillRect/>
          </a:stretch>
        </p:blipFill>
        <p:spPr>
          <a:xfrm>
            <a:off x="5958512" y="1139013"/>
            <a:ext cx="2936240" cy="2289987"/>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27">
                                            <p:txEl>
                                              <p:pRg st="0" end="0"/>
                                            </p:txEl>
                                          </p:spTgt>
                                        </p:tgtEl>
                                        <p:attrNameLst>
                                          <p:attrName>style.visibility</p:attrName>
                                        </p:attrNameLst>
                                      </p:cBhvr>
                                      <p:to>
                                        <p:strVal val="visible"/>
                                      </p:to>
                                    </p:set>
                                    <p:anim calcmode="lin" valueType="num">
                                      <p:cBhvr additive="base">
                                        <p:cTn id="7" dur="500" fill="hold"/>
                                        <p:tgtEl>
                                          <p:spTgt spid="127">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27">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127">
                                            <p:txEl>
                                              <p:pRg st="1" end="1"/>
                                            </p:txEl>
                                          </p:spTgt>
                                        </p:tgtEl>
                                        <p:attrNameLst>
                                          <p:attrName>style.visibility</p:attrName>
                                        </p:attrNameLst>
                                      </p:cBhvr>
                                      <p:to>
                                        <p:strVal val="visible"/>
                                      </p:to>
                                    </p:set>
                                    <p:anim calcmode="lin" valueType="num">
                                      <p:cBhvr additive="base">
                                        <p:cTn id="13" dur="500" fill="hold"/>
                                        <p:tgtEl>
                                          <p:spTgt spid="127">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127">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127">
                                            <p:txEl>
                                              <p:pRg st="2" end="2"/>
                                            </p:txEl>
                                          </p:spTgt>
                                        </p:tgtEl>
                                        <p:attrNameLst>
                                          <p:attrName>style.visibility</p:attrName>
                                        </p:attrNameLst>
                                      </p:cBhvr>
                                      <p:to>
                                        <p:strVal val="visible"/>
                                      </p:to>
                                    </p:set>
                                    <p:anim calcmode="lin" valueType="num">
                                      <p:cBhvr additive="base">
                                        <p:cTn id="19" dur="500" fill="hold"/>
                                        <p:tgtEl>
                                          <p:spTgt spid="127">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127">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127">
                                            <p:txEl>
                                              <p:pRg st="3" end="3"/>
                                            </p:txEl>
                                          </p:spTgt>
                                        </p:tgtEl>
                                        <p:attrNameLst>
                                          <p:attrName>style.visibility</p:attrName>
                                        </p:attrNameLst>
                                      </p:cBhvr>
                                      <p:to>
                                        <p:strVal val="visible"/>
                                      </p:to>
                                    </p:set>
                                    <p:anim calcmode="lin" valueType="num">
                                      <p:cBhvr additive="base">
                                        <p:cTn id="25" dur="500" fill="hold"/>
                                        <p:tgtEl>
                                          <p:spTgt spid="127">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127">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127">
                                            <p:txEl>
                                              <p:pRg st="4" end="4"/>
                                            </p:txEl>
                                          </p:spTgt>
                                        </p:tgtEl>
                                        <p:attrNameLst>
                                          <p:attrName>style.visibility</p:attrName>
                                        </p:attrNameLst>
                                      </p:cBhvr>
                                      <p:to>
                                        <p:strVal val="visible"/>
                                      </p:to>
                                    </p:set>
                                    <p:anim calcmode="lin" valueType="num">
                                      <p:cBhvr additive="base">
                                        <p:cTn id="31" dur="500" fill="hold"/>
                                        <p:tgtEl>
                                          <p:spTgt spid="127">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127">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7" grpId="0" build="p"/>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131"/>
        <p:cNvGrpSpPr/>
        <p:nvPr/>
      </p:nvGrpSpPr>
      <p:grpSpPr>
        <a:xfrm>
          <a:off x="0" y="0"/>
          <a:ext cx="0" cy="0"/>
          <a:chOff x="0" y="0"/>
          <a:chExt cx="0" cy="0"/>
        </a:xfrm>
      </p:grpSpPr>
      <p:sp>
        <p:nvSpPr>
          <p:cNvPr id="132" name="Google Shape;132;p24"/>
          <p:cNvSpPr txBox="1">
            <a:spLocks noGrp="1"/>
          </p:cNvSpPr>
          <p:nvPr>
            <p:ph type="ctrTitle"/>
          </p:nvPr>
        </p:nvSpPr>
        <p:spPr>
          <a:xfrm>
            <a:off x="0" y="1"/>
            <a:ext cx="6410632" cy="914400"/>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SzPts val="1400"/>
              <a:buNone/>
            </a:pPr>
            <a:r>
              <a:rPr lang="en-US" sz="2400" b="1" dirty="0">
                <a:solidFill>
                  <a:schemeClr val="dk1"/>
                </a:solidFill>
                <a:latin typeface="Times New Roman"/>
                <a:ea typeface="Times New Roman"/>
                <a:cs typeface="Times New Roman"/>
                <a:sym typeface="Times New Roman"/>
              </a:rPr>
              <a:t>2. Second Generation (1956s–1963s)</a:t>
            </a:r>
            <a:endParaRPr sz="2400" dirty="0">
              <a:latin typeface="Times New Roman"/>
              <a:ea typeface="Times New Roman"/>
              <a:cs typeface="Times New Roman"/>
              <a:sym typeface="Times New Roman"/>
            </a:endParaRPr>
          </a:p>
        </p:txBody>
      </p:sp>
      <p:sp>
        <p:nvSpPr>
          <p:cNvPr id="133" name="Google Shape;133;p24"/>
          <p:cNvSpPr txBox="1">
            <a:spLocks noGrp="1"/>
          </p:cNvSpPr>
          <p:nvPr>
            <p:ph type="subTitle" idx="1"/>
          </p:nvPr>
        </p:nvSpPr>
        <p:spPr>
          <a:xfrm>
            <a:off x="586740" y="3270910"/>
            <a:ext cx="8153400" cy="2651761"/>
          </a:xfrm>
          <a:prstGeom prst="rect">
            <a:avLst/>
          </a:prstGeom>
          <a:noFill/>
          <a:ln>
            <a:noFill/>
          </a:ln>
        </p:spPr>
        <p:txBody>
          <a:bodyPr spcFirstLastPara="1" wrap="square" lIns="91425" tIns="45700" rIns="91425" bIns="45700" anchor="t" anchorCtr="0">
            <a:noAutofit/>
          </a:bodyPr>
          <a:lstStyle/>
          <a:p>
            <a:pPr marL="457200" lvl="0" indent="-431800" algn="l" rtl="0">
              <a:lnSpc>
                <a:spcPct val="100000"/>
              </a:lnSpc>
              <a:spcBef>
                <a:spcPts val="640"/>
              </a:spcBef>
              <a:spcAft>
                <a:spcPts val="0"/>
              </a:spcAft>
              <a:buSzPts val="3200"/>
              <a:buNone/>
            </a:pPr>
            <a:r>
              <a:rPr lang="en-US" sz="2400" b="1" dirty="0">
                <a:solidFill>
                  <a:schemeClr val="dk1"/>
                </a:solidFill>
                <a:latin typeface="Times New Roman"/>
                <a:ea typeface="Times New Roman"/>
                <a:cs typeface="Times New Roman"/>
                <a:sym typeface="Times New Roman"/>
              </a:rPr>
              <a:t>Technology:</a:t>
            </a:r>
            <a:r>
              <a:rPr lang="en-US" sz="2400" dirty="0">
                <a:solidFill>
                  <a:schemeClr val="dk1"/>
                </a:solidFill>
                <a:latin typeface="Times New Roman"/>
                <a:ea typeface="Times New Roman"/>
                <a:cs typeface="Times New Roman"/>
                <a:sym typeface="Times New Roman"/>
              </a:rPr>
              <a:t> Transistors (replaced vacuum tubes).</a:t>
            </a:r>
            <a:endParaRPr dirty="0"/>
          </a:p>
          <a:p>
            <a:pPr marL="457200" lvl="0" indent="-431800" algn="l" rtl="0">
              <a:lnSpc>
                <a:spcPct val="100000"/>
              </a:lnSpc>
              <a:spcBef>
                <a:spcPts val="640"/>
              </a:spcBef>
              <a:spcAft>
                <a:spcPts val="0"/>
              </a:spcAft>
              <a:buSzPts val="3200"/>
              <a:buNone/>
            </a:pPr>
            <a:r>
              <a:rPr lang="en-US" sz="2400" b="1" dirty="0">
                <a:solidFill>
                  <a:schemeClr val="dk1"/>
                </a:solidFill>
                <a:latin typeface="Times New Roman"/>
                <a:ea typeface="Times New Roman"/>
                <a:cs typeface="Times New Roman"/>
                <a:sym typeface="Times New Roman"/>
              </a:rPr>
              <a:t>Language:</a:t>
            </a:r>
            <a:r>
              <a:rPr lang="en-US" sz="2400" dirty="0">
                <a:solidFill>
                  <a:schemeClr val="dk1"/>
                </a:solidFill>
                <a:latin typeface="Times New Roman"/>
                <a:ea typeface="Times New Roman"/>
                <a:cs typeface="Times New Roman"/>
                <a:sym typeface="Times New Roman"/>
              </a:rPr>
              <a:t> Assembly language.</a:t>
            </a:r>
            <a:endParaRPr dirty="0"/>
          </a:p>
          <a:p>
            <a:pPr marL="457200" lvl="0" indent="-431800" algn="l" rtl="0">
              <a:lnSpc>
                <a:spcPct val="100000"/>
              </a:lnSpc>
              <a:spcBef>
                <a:spcPts val="640"/>
              </a:spcBef>
              <a:spcAft>
                <a:spcPts val="0"/>
              </a:spcAft>
              <a:buSzPts val="3200"/>
              <a:buNone/>
            </a:pPr>
            <a:r>
              <a:rPr lang="en-US" sz="2400" b="1" dirty="0">
                <a:solidFill>
                  <a:schemeClr val="dk1"/>
                </a:solidFill>
                <a:latin typeface="Times New Roman"/>
                <a:ea typeface="Times New Roman"/>
                <a:cs typeface="Times New Roman"/>
                <a:sym typeface="Times New Roman"/>
              </a:rPr>
              <a:t>Size:</a:t>
            </a:r>
            <a:r>
              <a:rPr lang="en-US" sz="2400" dirty="0">
                <a:solidFill>
                  <a:schemeClr val="dk1"/>
                </a:solidFill>
                <a:latin typeface="Times New Roman"/>
                <a:ea typeface="Times New Roman"/>
                <a:cs typeface="Times New Roman"/>
                <a:sym typeface="Times New Roman"/>
              </a:rPr>
              <a:t> Smaller than first generation.</a:t>
            </a:r>
            <a:endParaRPr dirty="0"/>
          </a:p>
          <a:p>
            <a:pPr marL="457200" lvl="0" indent="-431800" algn="l" rtl="0">
              <a:lnSpc>
                <a:spcPct val="100000"/>
              </a:lnSpc>
              <a:spcBef>
                <a:spcPts val="640"/>
              </a:spcBef>
              <a:spcAft>
                <a:spcPts val="0"/>
              </a:spcAft>
              <a:buSzPts val="3200"/>
              <a:buNone/>
            </a:pPr>
            <a:r>
              <a:rPr lang="en-US" sz="2400" b="1" dirty="0">
                <a:solidFill>
                  <a:schemeClr val="dk1"/>
                </a:solidFill>
                <a:latin typeface="Times New Roman"/>
                <a:ea typeface="Times New Roman"/>
                <a:cs typeface="Times New Roman"/>
                <a:sym typeface="Times New Roman"/>
              </a:rPr>
              <a:t>Examples:</a:t>
            </a:r>
            <a:r>
              <a:rPr lang="en-US" sz="2400" dirty="0">
                <a:solidFill>
                  <a:schemeClr val="dk1"/>
                </a:solidFill>
                <a:latin typeface="Times New Roman"/>
                <a:ea typeface="Times New Roman"/>
                <a:cs typeface="Times New Roman"/>
                <a:sym typeface="Times New Roman"/>
              </a:rPr>
              <a:t> IBM 1401, CDC 1604.</a:t>
            </a:r>
            <a:endParaRPr dirty="0"/>
          </a:p>
          <a:p>
            <a:pPr lvl="0" algn="l"/>
            <a:r>
              <a:rPr lang="en-US" sz="2400" b="1" dirty="0">
                <a:solidFill>
                  <a:schemeClr val="dk1"/>
                </a:solidFill>
                <a:latin typeface="Times New Roman"/>
                <a:ea typeface="Times New Roman"/>
                <a:cs typeface="Times New Roman"/>
                <a:sym typeface="Times New Roman"/>
              </a:rPr>
              <a:t>Features:</a:t>
            </a:r>
            <a:r>
              <a:rPr lang="en-US" sz="2400" dirty="0">
                <a:solidFill>
                  <a:schemeClr val="dk1"/>
                </a:solidFill>
                <a:latin typeface="Times New Roman"/>
                <a:ea typeface="Times New Roman"/>
                <a:cs typeface="Times New Roman"/>
                <a:sym typeface="Times New Roman"/>
              </a:rPr>
              <a:t> Faster, more reliable, less heat, lower power consumption, still very costly, AC required.</a:t>
            </a:r>
            <a:endParaRPr dirty="0"/>
          </a:p>
          <a:p>
            <a:pPr marL="457200" lvl="0" indent="-431800" algn="l" rtl="0">
              <a:lnSpc>
                <a:spcPct val="100000"/>
              </a:lnSpc>
              <a:spcBef>
                <a:spcPts val="640"/>
              </a:spcBef>
              <a:spcAft>
                <a:spcPts val="0"/>
              </a:spcAft>
              <a:buSzPts val="3200"/>
              <a:buNone/>
            </a:pPr>
            <a:endParaRPr sz="2400" dirty="0">
              <a:solidFill>
                <a:schemeClr val="dk1"/>
              </a:solidFill>
              <a:latin typeface="Times New Roman"/>
              <a:ea typeface="Times New Roman"/>
              <a:cs typeface="Times New Roman"/>
              <a:sym typeface="Times New Roman"/>
            </a:endParaRPr>
          </a:p>
        </p:txBody>
      </p:sp>
      <p:pic>
        <p:nvPicPr>
          <p:cNvPr id="3" name="Picture 2" descr="IBM 7090.">
            <a:extLst>
              <a:ext uri="{FF2B5EF4-FFF2-40B4-BE49-F238E27FC236}">
                <a16:creationId xmlns:a16="http://schemas.microsoft.com/office/drawing/2014/main" id="{E541EF02-F358-D0C5-8E56-BA2663E5C75B}"/>
              </a:ext>
            </a:extLst>
          </p:cNvPr>
          <p:cNvPicPr>
            <a:picLocks noChangeAspect="1"/>
          </p:cNvPicPr>
          <p:nvPr/>
        </p:nvPicPr>
        <p:blipFill>
          <a:blip r:embed="rId3"/>
          <a:stretch>
            <a:fillRect/>
          </a:stretch>
        </p:blipFill>
        <p:spPr>
          <a:xfrm>
            <a:off x="5476239" y="1046481"/>
            <a:ext cx="3531185" cy="236789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33">
                                            <p:txEl>
                                              <p:pRg st="0" end="0"/>
                                            </p:txEl>
                                          </p:spTgt>
                                        </p:tgtEl>
                                        <p:attrNameLst>
                                          <p:attrName>style.visibility</p:attrName>
                                        </p:attrNameLst>
                                      </p:cBhvr>
                                      <p:to>
                                        <p:strVal val="visible"/>
                                      </p:to>
                                    </p:set>
                                    <p:anim calcmode="lin" valueType="num">
                                      <p:cBhvr additive="base">
                                        <p:cTn id="7" dur="500" fill="hold"/>
                                        <p:tgtEl>
                                          <p:spTgt spid="13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3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133">
                                            <p:txEl>
                                              <p:pRg st="1" end="1"/>
                                            </p:txEl>
                                          </p:spTgt>
                                        </p:tgtEl>
                                        <p:attrNameLst>
                                          <p:attrName>style.visibility</p:attrName>
                                        </p:attrNameLst>
                                      </p:cBhvr>
                                      <p:to>
                                        <p:strVal val="visible"/>
                                      </p:to>
                                    </p:set>
                                    <p:anim calcmode="lin" valueType="num">
                                      <p:cBhvr additive="base">
                                        <p:cTn id="13" dur="500" fill="hold"/>
                                        <p:tgtEl>
                                          <p:spTgt spid="13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13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133">
                                            <p:txEl>
                                              <p:pRg st="2" end="2"/>
                                            </p:txEl>
                                          </p:spTgt>
                                        </p:tgtEl>
                                        <p:attrNameLst>
                                          <p:attrName>style.visibility</p:attrName>
                                        </p:attrNameLst>
                                      </p:cBhvr>
                                      <p:to>
                                        <p:strVal val="visible"/>
                                      </p:to>
                                    </p:set>
                                    <p:anim calcmode="lin" valueType="num">
                                      <p:cBhvr additive="base">
                                        <p:cTn id="19" dur="500" fill="hold"/>
                                        <p:tgtEl>
                                          <p:spTgt spid="13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13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133">
                                            <p:txEl>
                                              <p:pRg st="3" end="3"/>
                                            </p:txEl>
                                          </p:spTgt>
                                        </p:tgtEl>
                                        <p:attrNameLst>
                                          <p:attrName>style.visibility</p:attrName>
                                        </p:attrNameLst>
                                      </p:cBhvr>
                                      <p:to>
                                        <p:strVal val="visible"/>
                                      </p:to>
                                    </p:set>
                                    <p:anim calcmode="lin" valueType="num">
                                      <p:cBhvr additive="base">
                                        <p:cTn id="25" dur="500" fill="hold"/>
                                        <p:tgtEl>
                                          <p:spTgt spid="133">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13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133">
                                            <p:txEl>
                                              <p:pRg st="4" end="4"/>
                                            </p:txEl>
                                          </p:spTgt>
                                        </p:tgtEl>
                                        <p:attrNameLst>
                                          <p:attrName>style.visibility</p:attrName>
                                        </p:attrNameLst>
                                      </p:cBhvr>
                                      <p:to>
                                        <p:strVal val="visible"/>
                                      </p:to>
                                    </p:set>
                                    <p:anim calcmode="lin" valueType="num">
                                      <p:cBhvr additive="base">
                                        <p:cTn id="31" dur="500" fill="hold"/>
                                        <p:tgtEl>
                                          <p:spTgt spid="133">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133">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3" grpId="0" build="p"/>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137"/>
        <p:cNvGrpSpPr/>
        <p:nvPr/>
      </p:nvGrpSpPr>
      <p:grpSpPr>
        <a:xfrm>
          <a:off x="0" y="0"/>
          <a:ext cx="0" cy="0"/>
          <a:chOff x="0" y="0"/>
          <a:chExt cx="0" cy="0"/>
        </a:xfrm>
      </p:grpSpPr>
      <p:sp>
        <p:nvSpPr>
          <p:cNvPr id="138" name="Google Shape;138;p25"/>
          <p:cNvSpPr txBox="1">
            <a:spLocks noGrp="1"/>
          </p:cNvSpPr>
          <p:nvPr>
            <p:ph type="ctrTitle"/>
          </p:nvPr>
        </p:nvSpPr>
        <p:spPr>
          <a:xfrm>
            <a:off x="-1" y="1"/>
            <a:ext cx="6361471" cy="914400"/>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SzPts val="1400"/>
              <a:buNone/>
            </a:pPr>
            <a:r>
              <a:rPr lang="en-US" sz="2400" b="1" dirty="0">
                <a:solidFill>
                  <a:schemeClr val="dk1"/>
                </a:solidFill>
                <a:latin typeface="Times New Roman"/>
                <a:ea typeface="Times New Roman"/>
                <a:cs typeface="Times New Roman"/>
                <a:sym typeface="Times New Roman"/>
              </a:rPr>
              <a:t>3. Third Generation (1964s–1971s)</a:t>
            </a:r>
            <a:endParaRPr sz="2400" dirty="0"/>
          </a:p>
        </p:txBody>
      </p:sp>
      <p:sp>
        <p:nvSpPr>
          <p:cNvPr id="139" name="Google Shape;139;p25"/>
          <p:cNvSpPr txBox="1">
            <a:spLocks noGrp="1"/>
          </p:cNvSpPr>
          <p:nvPr>
            <p:ph type="subTitle" idx="1"/>
          </p:nvPr>
        </p:nvSpPr>
        <p:spPr>
          <a:xfrm>
            <a:off x="411480" y="1066800"/>
            <a:ext cx="8153400" cy="4724400"/>
          </a:xfrm>
          <a:prstGeom prst="rect">
            <a:avLst/>
          </a:prstGeom>
          <a:noFill/>
          <a:ln>
            <a:noFill/>
          </a:ln>
        </p:spPr>
        <p:txBody>
          <a:bodyPr spcFirstLastPara="1" wrap="square" lIns="91425" tIns="45700" rIns="91425" bIns="45700" anchor="t" anchorCtr="0">
            <a:noAutofit/>
          </a:bodyPr>
          <a:lstStyle/>
          <a:p>
            <a:pPr marL="457200" lvl="0" indent="-431800" algn="l" rtl="0">
              <a:lnSpc>
                <a:spcPct val="100000"/>
              </a:lnSpc>
              <a:spcBef>
                <a:spcPts val="640"/>
              </a:spcBef>
              <a:spcAft>
                <a:spcPts val="0"/>
              </a:spcAft>
              <a:buSzPts val="3200"/>
              <a:buNone/>
            </a:pPr>
            <a:r>
              <a:rPr lang="en-US" sz="2400" b="1" dirty="0">
                <a:solidFill>
                  <a:schemeClr val="dk1"/>
                </a:solidFill>
                <a:latin typeface="Times New Roman"/>
                <a:ea typeface="Times New Roman"/>
                <a:cs typeface="Times New Roman"/>
                <a:sym typeface="Times New Roman"/>
              </a:rPr>
              <a:t>Technology:</a:t>
            </a:r>
            <a:r>
              <a:rPr lang="en-US" sz="2400" dirty="0">
                <a:solidFill>
                  <a:schemeClr val="dk1"/>
                </a:solidFill>
                <a:latin typeface="Times New Roman"/>
                <a:ea typeface="Times New Roman"/>
                <a:cs typeface="Times New Roman"/>
                <a:sym typeface="Times New Roman"/>
              </a:rPr>
              <a:t> Integrated Circuits (ICs) — many transistors on a single chip.</a:t>
            </a:r>
            <a:endParaRPr dirty="0"/>
          </a:p>
          <a:p>
            <a:pPr marL="457200" lvl="0" indent="-431800" algn="l" rtl="0">
              <a:lnSpc>
                <a:spcPct val="100000"/>
              </a:lnSpc>
              <a:spcBef>
                <a:spcPts val="640"/>
              </a:spcBef>
              <a:spcAft>
                <a:spcPts val="0"/>
              </a:spcAft>
              <a:buSzPts val="3200"/>
              <a:buNone/>
            </a:pPr>
            <a:r>
              <a:rPr lang="en-US" sz="2400" b="1" dirty="0">
                <a:solidFill>
                  <a:schemeClr val="dk1"/>
                </a:solidFill>
                <a:latin typeface="Times New Roman"/>
                <a:ea typeface="Times New Roman"/>
                <a:cs typeface="Times New Roman"/>
                <a:sym typeface="Times New Roman"/>
              </a:rPr>
              <a:t>Language:</a:t>
            </a:r>
            <a:r>
              <a:rPr lang="en-US" sz="2400" dirty="0">
                <a:solidFill>
                  <a:schemeClr val="dk1"/>
                </a:solidFill>
                <a:latin typeface="Times New Roman"/>
                <a:ea typeface="Times New Roman"/>
                <a:cs typeface="Times New Roman"/>
                <a:sym typeface="Times New Roman"/>
              </a:rPr>
              <a:t> High-level languages (COBOL, FORTRAN).</a:t>
            </a:r>
            <a:endParaRPr dirty="0"/>
          </a:p>
          <a:p>
            <a:pPr marL="457200" lvl="0" indent="-431800" algn="l" rtl="0">
              <a:lnSpc>
                <a:spcPct val="100000"/>
              </a:lnSpc>
              <a:spcBef>
                <a:spcPts val="640"/>
              </a:spcBef>
              <a:spcAft>
                <a:spcPts val="0"/>
              </a:spcAft>
              <a:buSzPts val="3200"/>
              <a:buNone/>
            </a:pPr>
            <a:r>
              <a:rPr lang="en-US" sz="2400" b="1" dirty="0">
                <a:solidFill>
                  <a:schemeClr val="dk1"/>
                </a:solidFill>
                <a:latin typeface="Times New Roman"/>
                <a:ea typeface="Times New Roman"/>
                <a:cs typeface="Times New Roman"/>
                <a:sym typeface="Times New Roman"/>
              </a:rPr>
              <a:t>Examples:</a:t>
            </a:r>
            <a:r>
              <a:rPr lang="en-US" sz="2400" dirty="0">
                <a:solidFill>
                  <a:schemeClr val="dk1"/>
                </a:solidFill>
                <a:latin typeface="Times New Roman"/>
                <a:ea typeface="Times New Roman"/>
                <a:cs typeface="Times New Roman"/>
                <a:sym typeface="Times New Roman"/>
              </a:rPr>
              <a:t> IBM 360 series, PDP-8.</a:t>
            </a:r>
            <a:endParaRPr dirty="0"/>
          </a:p>
          <a:p>
            <a:pPr marL="457200" lvl="0" indent="-431800" algn="l" rtl="0">
              <a:lnSpc>
                <a:spcPct val="100000"/>
              </a:lnSpc>
              <a:spcBef>
                <a:spcPts val="640"/>
              </a:spcBef>
              <a:spcAft>
                <a:spcPts val="0"/>
              </a:spcAft>
              <a:buSzPts val="3200"/>
              <a:buNone/>
            </a:pPr>
            <a:r>
              <a:rPr lang="en-US" sz="2400" b="1" dirty="0">
                <a:solidFill>
                  <a:schemeClr val="dk1"/>
                </a:solidFill>
                <a:latin typeface="Times New Roman"/>
                <a:ea typeface="Times New Roman"/>
                <a:cs typeface="Times New Roman"/>
                <a:sym typeface="Times New Roman"/>
              </a:rPr>
              <a:t>Features:</a:t>
            </a:r>
            <a:r>
              <a:rPr lang="en-US" sz="2400" dirty="0">
                <a:solidFill>
                  <a:schemeClr val="dk1"/>
                </a:solidFill>
                <a:latin typeface="Times New Roman"/>
                <a:ea typeface="Times New Roman"/>
                <a:cs typeface="Times New Roman"/>
                <a:sym typeface="Times New Roman"/>
              </a:rPr>
              <a:t> Cheaper, smaller, more efficient, started to be used for business and government.</a:t>
            </a:r>
            <a:endParaRPr dirty="0"/>
          </a:p>
          <a:p>
            <a:pPr marL="457200" lvl="0" indent="-431800" algn="l" rtl="0">
              <a:lnSpc>
                <a:spcPct val="100000"/>
              </a:lnSpc>
              <a:spcBef>
                <a:spcPts val="640"/>
              </a:spcBef>
              <a:spcAft>
                <a:spcPts val="0"/>
              </a:spcAft>
              <a:buSzPts val="3200"/>
              <a:buNone/>
            </a:pPr>
            <a:endParaRPr sz="2400" dirty="0">
              <a:solidFill>
                <a:schemeClr val="dk1"/>
              </a:solidFill>
              <a:latin typeface="Times New Roman"/>
              <a:ea typeface="Times New Roman"/>
              <a:cs typeface="Times New Roman"/>
              <a:sym typeface="Times New Roman"/>
            </a:endParaRPr>
          </a:p>
        </p:txBody>
      </p:sp>
      <p:pic>
        <p:nvPicPr>
          <p:cNvPr id="3" name="Picture 2" descr="IBM System/370 with colour terminal. At NASA 1983. : r/cassettefuturism">
            <a:extLst>
              <a:ext uri="{FF2B5EF4-FFF2-40B4-BE49-F238E27FC236}">
                <a16:creationId xmlns:a16="http://schemas.microsoft.com/office/drawing/2014/main" id="{1FF0F355-EBC4-E7FC-57FE-CA01ECF28E8E}"/>
              </a:ext>
            </a:extLst>
          </p:cNvPr>
          <p:cNvPicPr>
            <a:picLocks noChangeAspect="1"/>
          </p:cNvPicPr>
          <p:nvPr/>
        </p:nvPicPr>
        <p:blipFill>
          <a:blip r:embed="rId3"/>
          <a:srcRect t="33049"/>
          <a:stretch>
            <a:fillRect/>
          </a:stretch>
        </p:blipFill>
        <p:spPr>
          <a:xfrm>
            <a:off x="5210605" y="3429000"/>
            <a:ext cx="3521915" cy="278643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39">
                                            <p:txEl>
                                              <p:pRg st="0" end="0"/>
                                            </p:txEl>
                                          </p:spTgt>
                                        </p:tgtEl>
                                        <p:attrNameLst>
                                          <p:attrName>style.visibility</p:attrName>
                                        </p:attrNameLst>
                                      </p:cBhvr>
                                      <p:to>
                                        <p:strVal val="visible"/>
                                      </p:to>
                                    </p:set>
                                    <p:anim calcmode="lin" valueType="num">
                                      <p:cBhvr additive="base">
                                        <p:cTn id="7" dur="500" fill="hold"/>
                                        <p:tgtEl>
                                          <p:spTgt spid="139">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39">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139">
                                            <p:txEl>
                                              <p:pRg st="1" end="1"/>
                                            </p:txEl>
                                          </p:spTgt>
                                        </p:tgtEl>
                                        <p:attrNameLst>
                                          <p:attrName>style.visibility</p:attrName>
                                        </p:attrNameLst>
                                      </p:cBhvr>
                                      <p:to>
                                        <p:strVal val="visible"/>
                                      </p:to>
                                    </p:set>
                                    <p:anim calcmode="lin" valueType="num">
                                      <p:cBhvr additive="base">
                                        <p:cTn id="13" dur="500" fill="hold"/>
                                        <p:tgtEl>
                                          <p:spTgt spid="139">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139">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139">
                                            <p:txEl>
                                              <p:pRg st="2" end="2"/>
                                            </p:txEl>
                                          </p:spTgt>
                                        </p:tgtEl>
                                        <p:attrNameLst>
                                          <p:attrName>style.visibility</p:attrName>
                                        </p:attrNameLst>
                                      </p:cBhvr>
                                      <p:to>
                                        <p:strVal val="visible"/>
                                      </p:to>
                                    </p:set>
                                    <p:anim calcmode="lin" valueType="num">
                                      <p:cBhvr additive="base">
                                        <p:cTn id="19" dur="500" fill="hold"/>
                                        <p:tgtEl>
                                          <p:spTgt spid="139">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139">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139">
                                            <p:txEl>
                                              <p:pRg st="3" end="3"/>
                                            </p:txEl>
                                          </p:spTgt>
                                        </p:tgtEl>
                                        <p:attrNameLst>
                                          <p:attrName>style.visibility</p:attrName>
                                        </p:attrNameLst>
                                      </p:cBhvr>
                                      <p:to>
                                        <p:strVal val="visible"/>
                                      </p:to>
                                    </p:set>
                                    <p:anim calcmode="lin" valueType="num">
                                      <p:cBhvr additive="base">
                                        <p:cTn id="25" dur="500" fill="hold"/>
                                        <p:tgtEl>
                                          <p:spTgt spid="139">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139">
                                            <p:txEl>
                                              <p:p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9" grpId="0" build="p"/>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143"/>
        <p:cNvGrpSpPr/>
        <p:nvPr/>
      </p:nvGrpSpPr>
      <p:grpSpPr>
        <a:xfrm>
          <a:off x="0" y="0"/>
          <a:ext cx="0" cy="0"/>
          <a:chOff x="0" y="0"/>
          <a:chExt cx="0" cy="0"/>
        </a:xfrm>
      </p:grpSpPr>
      <p:sp>
        <p:nvSpPr>
          <p:cNvPr id="144" name="Google Shape;144;p26"/>
          <p:cNvSpPr txBox="1">
            <a:spLocks noGrp="1"/>
          </p:cNvSpPr>
          <p:nvPr>
            <p:ph type="ctrTitle"/>
          </p:nvPr>
        </p:nvSpPr>
        <p:spPr>
          <a:xfrm>
            <a:off x="-1" y="1"/>
            <a:ext cx="6558117" cy="914400"/>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SzPts val="1400"/>
              <a:buNone/>
            </a:pPr>
            <a:r>
              <a:rPr lang="en-US" sz="2400" b="1">
                <a:solidFill>
                  <a:schemeClr val="dk1"/>
                </a:solidFill>
                <a:latin typeface="Times New Roman"/>
                <a:ea typeface="Times New Roman"/>
                <a:cs typeface="Times New Roman"/>
                <a:sym typeface="Times New Roman"/>
              </a:rPr>
              <a:t>4. Fourth Generation (1970s–Present)</a:t>
            </a:r>
            <a:endParaRPr sz="2400"/>
          </a:p>
        </p:txBody>
      </p:sp>
      <p:sp>
        <p:nvSpPr>
          <p:cNvPr id="145" name="Google Shape;145;p26"/>
          <p:cNvSpPr txBox="1">
            <a:spLocks noGrp="1"/>
          </p:cNvSpPr>
          <p:nvPr>
            <p:ph type="subTitle" idx="1"/>
          </p:nvPr>
        </p:nvSpPr>
        <p:spPr>
          <a:xfrm>
            <a:off x="533400" y="1371600"/>
            <a:ext cx="8153400" cy="4724400"/>
          </a:xfrm>
          <a:prstGeom prst="rect">
            <a:avLst/>
          </a:prstGeom>
          <a:noFill/>
          <a:ln>
            <a:noFill/>
          </a:ln>
        </p:spPr>
        <p:txBody>
          <a:bodyPr spcFirstLastPara="1" wrap="square" lIns="91425" tIns="45700" rIns="91425" bIns="45700" anchor="t" anchorCtr="0">
            <a:noAutofit/>
          </a:bodyPr>
          <a:lstStyle/>
          <a:p>
            <a:pPr marL="457200" lvl="0" indent="-431800" algn="just" rtl="0">
              <a:lnSpc>
                <a:spcPct val="100000"/>
              </a:lnSpc>
              <a:spcBef>
                <a:spcPts val="640"/>
              </a:spcBef>
              <a:spcAft>
                <a:spcPts val="0"/>
              </a:spcAft>
              <a:buSzPts val="3200"/>
              <a:buNone/>
            </a:pPr>
            <a:r>
              <a:rPr lang="en-US" sz="2400" b="1" dirty="0">
                <a:solidFill>
                  <a:schemeClr val="dk1"/>
                </a:solidFill>
                <a:latin typeface="Times New Roman"/>
                <a:ea typeface="Times New Roman"/>
                <a:cs typeface="Times New Roman"/>
                <a:sym typeface="Times New Roman"/>
              </a:rPr>
              <a:t>Technology:</a:t>
            </a:r>
            <a:r>
              <a:rPr lang="en-US" sz="2400" dirty="0">
                <a:solidFill>
                  <a:schemeClr val="dk1"/>
                </a:solidFill>
                <a:latin typeface="Times New Roman"/>
                <a:ea typeface="Times New Roman"/>
                <a:cs typeface="Times New Roman"/>
                <a:sym typeface="Times New Roman"/>
              </a:rPr>
              <a:t> Microprocessors (all computer functions on a single chip bringing an entire CPU onto a single chip ).</a:t>
            </a:r>
            <a:endParaRPr sz="2400" dirty="0"/>
          </a:p>
          <a:p>
            <a:pPr marL="457200" lvl="0" indent="-431800" algn="just" rtl="0">
              <a:lnSpc>
                <a:spcPct val="100000"/>
              </a:lnSpc>
              <a:spcBef>
                <a:spcPts val="640"/>
              </a:spcBef>
              <a:spcAft>
                <a:spcPts val="0"/>
              </a:spcAft>
              <a:buSzPts val="3200"/>
              <a:buNone/>
            </a:pPr>
            <a:r>
              <a:rPr lang="en-US" sz="2400" b="1" dirty="0">
                <a:solidFill>
                  <a:schemeClr val="dk1"/>
                </a:solidFill>
                <a:latin typeface="Times New Roman"/>
                <a:ea typeface="Times New Roman"/>
                <a:cs typeface="Times New Roman"/>
                <a:sym typeface="Times New Roman"/>
              </a:rPr>
              <a:t>Language:</a:t>
            </a:r>
            <a:r>
              <a:rPr lang="en-US" sz="2400" dirty="0">
                <a:solidFill>
                  <a:schemeClr val="dk1"/>
                </a:solidFill>
                <a:latin typeface="Times New Roman"/>
                <a:ea typeface="Times New Roman"/>
                <a:cs typeface="Times New Roman"/>
                <a:sym typeface="Times New Roman"/>
              </a:rPr>
              <a:t> Advanced high-level languages (C, C++).</a:t>
            </a:r>
            <a:endParaRPr sz="2400" dirty="0"/>
          </a:p>
          <a:p>
            <a:pPr marL="457200" lvl="0" indent="-431800" algn="just" rtl="0">
              <a:lnSpc>
                <a:spcPct val="100000"/>
              </a:lnSpc>
              <a:spcBef>
                <a:spcPts val="640"/>
              </a:spcBef>
              <a:spcAft>
                <a:spcPts val="0"/>
              </a:spcAft>
              <a:buSzPts val="3200"/>
              <a:buNone/>
            </a:pPr>
            <a:r>
              <a:rPr lang="en-US" sz="2400" b="1" dirty="0">
                <a:solidFill>
                  <a:schemeClr val="dk1"/>
                </a:solidFill>
                <a:latin typeface="Times New Roman"/>
                <a:ea typeface="Times New Roman"/>
                <a:cs typeface="Times New Roman"/>
                <a:sym typeface="Times New Roman"/>
              </a:rPr>
              <a:t>Examples:</a:t>
            </a:r>
            <a:r>
              <a:rPr lang="en-US" sz="2400" dirty="0">
                <a:solidFill>
                  <a:schemeClr val="dk1"/>
                </a:solidFill>
                <a:latin typeface="Times New Roman"/>
                <a:ea typeface="Times New Roman"/>
                <a:cs typeface="Times New Roman"/>
                <a:sym typeface="Times New Roman"/>
              </a:rPr>
              <a:t> Apple II, IBM PC.</a:t>
            </a:r>
            <a:endParaRPr sz="2400" dirty="0"/>
          </a:p>
          <a:p>
            <a:pPr marL="457200" lvl="0" indent="-431800" algn="just" rtl="0">
              <a:lnSpc>
                <a:spcPct val="100000"/>
              </a:lnSpc>
              <a:spcBef>
                <a:spcPts val="640"/>
              </a:spcBef>
              <a:spcAft>
                <a:spcPts val="0"/>
              </a:spcAft>
              <a:buSzPts val="3200"/>
              <a:buNone/>
            </a:pPr>
            <a:r>
              <a:rPr lang="en-US" sz="2400" b="1" dirty="0">
                <a:solidFill>
                  <a:schemeClr val="dk1"/>
                </a:solidFill>
                <a:latin typeface="Times New Roman"/>
                <a:ea typeface="Times New Roman"/>
                <a:cs typeface="Times New Roman"/>
                <a:sym typeface="Times New Roman"/>
              </a:rPr>
              <a:t>Features:</a:t>
            </a:r>
            <a:r>
              <a:rPr lang="en-US" sz="2400" dirty="0">
                <a:solidFill>
                  <a:schemeClr val="dk1"/>
                </a:solidFill>
                <a:latin typeface="Times New Roman"/>
                <a:ea typeface="Times New Roman"/>
                <a:cs typeface="Times New Roman"/>
                <a:sym typeface="Times New Roman"/>
              </a:rPr>
              <a:t> Personal computers become common, rapid growth in networking.</a:t>
            </a:r>
            <a:endParaRPr sz="2400" dirty="0"/>
          </a:p>
          <a:p>
            <a:pPr marL="457200" lvl="0" indent="-431800" algn="just" rtl="0">
              <a:lnSpc>
                <a:spcPct val="100000"/>
              </a:lnSpc>
              <a:spcBef>
                <a:spcPts val="640"/>
              </a:spcBef>
              <a:spcAft>
                <a:spcPts val="0"/>
              </a:spcAft>
              <a:buSzPts val="3200"/>
              <a:buNone/>
            </a:pPr>
            <a:endParaRPr sz="2000" dirty="0">
              <a:solidFill>
                <a:schemeClr val="dk1"/>
              </a:solidFill>
              <a:latin typeface="Times New Roman"/>
              <a:ea typeface="Times New Roman"/>
              <a:cs typeface="Times New Roman"/>
              <a:sym typeface="Times New Roman"/>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45">
                                            <p:txEl>
                                              <p:pRg st="0" end="0"/>
                                            </p:txEl>
                                          </p:spTgt>
                                        </p:tgtEl>
                                        <p:attrNameLst>
                                          <p:attrName>style.visibility</p:attrName>
                                        </p:attrNameLst>
                                      </p:cBhvr>
                                      <p:to>
                                        <p:strVal val="visible"/>
                                      </p:to>
                                    </p:set>
                                    <p:anim calcmode="lin" valueType="num">
                                      <p:cBhvr additive="base">
                                        <p:cTn id="7" dur="500" fill="hold"/>
                                        <p:tgtEl>
                                          <p:spTgt spid="145">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45">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145">
                                            <p:txEl>
                                              <p:pRg st="1" end="1"/>
                                            </p:txEl>
                                          </p:spTgt>
                                        </p:tgtEl>
                                        <p:attrNameLst>
                                          <p:attrName>style.visibility</p:attrName>
                                        </p:attrNameLst>
                                      </p:cBhvr>
                                      <p:to>
                                        <p:strVal val="visible"/>
                                      </p:to>
                                    </p:set>
                                    <p:anim calcmode="lin" valueType="num">
                                      <p:cBhvr additive="base">
                                        <p:cTn id="13" dur="500" fill="hold"/>
                                        <p:tgtEl>
                                          <p:spTgt spid="145">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145">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145">
                                            <p:txEl>
                                              <p:pRg st="2" end="2"/>
                                            </p:txEl>
                                          </p:spTgt>
                                        </p:tgtEl>
                                        <p:attrNameLst>
                                          <p:attrName>style.visibility</p:attrName>
                                        </p:attrNameLst>
                                      </p:cBhvr>
                                      <p:to>
                                        <p:strVal val="visible"/>
                                      </p:to>
                                    </p:set>
                                    <p:anim calcmode="lin" valueType="num">
                                      <p:cBhvr additive="base">
                                        <p:cTn id="19" dur="500" fill="hold"/>
                                        <p:tgtEl>
                                          <p:spTgt spid="145">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145">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145">
                                            <p:txEl>
                                              <p:pRg st="3" end="3"/>
                                            </p:txEl>
                                          </p:spTgt>
                                        </p:tgtEl>
                                        <p:attrNameLst>
                                          <p:attrName>style.visibility</p:attrName>
                                        </p:attrNameLst>
                                      </p:cBhvr>
                                      <p:to>
                                        <p:strVal val="visible"/>
                                      </p:to>
                                    </p:set>
                                    <p:anim calcmode="lin" valueType="num">
                                      <p:cBhvr additive="base">
                                        <p:cTn id="25" dur="500" fill="hold"/>
                                        <p:tgtEl>
                                          <p:spTgt spid="145">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145">
                                            <p:txEl>
                                              <p:p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5" grpId="0" build="p"/>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149"/>
        <p:cNvGrpSpPr/>
        <p:nvPr/>
      </p:nvGrpSpPr>
      <p:grpSpPr>
        <a:xfrm>
          <a:off x="0" y="0"/>
          <a:ext cx="0" cy="0"/>
          <a:chOff x="0" y="0"/>
          <a:chExt cx="0" cy="0"/>
        </a:xfrm>
      </p:grpSpPr>
      <p:sp>
        <p:nvSpPr>
          <p:cNvPr id="150" name="Google Shape;150;p27"/>
          <p:cNvSpPr txBox="1">
            <a:spLocks noGrp="1"/>
          </p:cNvSpPr>
          <p:nvPr>
            <p:ph type="ctrTitle"/>
          </p:nvPr>
        </p:nvSpPr>
        <p:spPr>
          <a:xfrm>
            <a:off x="0" y="1"/>
            <a:ext cx="5486400" cy="914400"/>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SzPts val="1400"/>
              <a:buNone/>
            </a:pPr>
            <a:r>
              <a:rPr lang="en-US" sz="2400" b="1">
                <a:solidFill>
                  <a:schemeClr val="dk1"/>
                </a:solidFill>
                <a:latin typeface="Times New Roman"/>
                <a:ea typeface="Times New Roman"/>
                <a:cs typeface="Times New Roman"/>
                <a:sym typeface="Times New Roman"/>
              </a:rPr>
              <a:t>5. Fifth Generation (Present &amp; Future)</a:t>
            </a:r>
            <a:endParaRPr sz="2400"/>
          </a:p>
        </p:txBody>
      </p:sp>
      <p:sp>
        <p:nvSpPr>
          <p:cNvPr id="151" name="Google Shape;151;p27"/>
          <p:cNvSpPr txBox="1">
            <a:spLocks noGrp="1"/>
          </p:cNvSpPr>
          <p:nvPr>
            <p:ph type="subTitle" idx="1"/>
          </p:nvPr>
        </p:nvSpPr>
        <p:spPr>
          <a:xfrm>
            <a:off x="533400" y="1371600"/>
            <a:ext cx="8153400" cy="4886960"/>
          </a:xfrm>
          <a:prstGeom prst="rect">
            <a:avLst/>
          </a:prstGeom>
          <a:noFill/>
          <a:ln>
            <a:noFill/>
          </a:ln>
        </p:spPr>
        <p:txBody>
          <a:bodyPr spcFirstLastPara="1" wrap="square" lIns="91425" tIns="45700" rIns="91425" bIns="45700" anchor="t" anchorCtr="0">
            <a:noAutofit/>
          </a:bodyPr>
          <a:lstStyle/>
          <a:p>
            <a:pPr marL="457200" lvl="0" indent="-431800" algn="just" rtl="0">
              <a:lnSpc>
                <a:spcPct val="100000"/>
              </a:lnSpc>
              <a:spcBef>
                <a:spcPts val="640"/>
              </a:spcBef>
              <a:spcAft>
                <a:spcPts val="0"/>
              </a:spcAft>
              <a:buSzPts val="3200"/>
              <a:buNone/>
            </a:pPr>
            <a:r>
              <a:rPr lang="en-US" sz="2400" b="1" dirty="0">
                <a:solidFill>
                  <a:schemeClr val="dk1"/>
                </a:solidFill>
                <a:latin typeface="Times New Roman"/>
                <a:ea typeface="Times New Roman"/>
                <a:cs typeface="Times New Roman"/>
                <a:sym typeface="Times New Roman"/>
              </a:rPr>
              <a:t>Technology:</a:t>
            </a:r>
            <a:r>
              <a:rPr lang="en-US" sz="2400" dirty="0">
                <a:solidFill>
                  <a:schemeClr val="dk1"/>
                </a:solidFill>
                <a:latin typeface="Times New Roman"/>
                <a:ea typeface="Times New Roman"/>
                <a:cs typeface="Times New Roman"/>
                <a:sym typeface="Times New Roman"/>
              </a:rPr>
              <a:t> Artificial Intelligence (AI), Machine Learning and parallel processing.</a:t>
            </a:r>
            <a:endParaRPr sz="2400" dirty="0"/>
          </a:p>
          <a:p>
            <a:pPr marL="457200" lvl="0" indent="-431800" algn="just" rtl="0">
              <a:lnSpc>
                <a:spcPct val="100000"/>
              </a:lnSpc>
              <a:spcBef>
                <a:spcPts val="640"/>
              </a:spcBef>
              <a:spcAft>
                <a:spcPts val="0"/>
              </a:spcAft>
              <a:buSzPts val="3200"/>
              <a:buNone/>
            </a:pPr>
            <a:r>
              <a:rPr lang="en-US" sz="2400" b="1" dirty="0">
                <a:solidFill>
                  <a:schemeClr val="dk1"/>
                </a:solidFill>
                <a:latin typeface="Times New Roman"/>
                <a:ea typeface="Times New Roman"/>
                <a:cs typeface="Times New Roman"/>
                <a:sym typeface="Times New Roman"/>
              </a:rPr>
              <a:t>Language:</a:t>
            </a:r>
            <a:r>
              <a:rPr lang="en-US" sz="2400" dirty="0">
                <a:solidFill>
                  <a:schemeClr val="dk1"/>
                </a:solidFill>
                <a:latin typeface="Times New Roman"/>
                <a:ea typeface="Times New Roman"/>
                <a:cs typeface="Times New Roman"/>
                <a:sym typeface="Times New Roman"/>
              </a:rPr>
              <a:t> Natural language processing, AI programming languages (Python, Prolog).</a:t>
            </a:r>
            <a:endParaRPr sz="2400" dirty="0"/>
          </a:p>
          <a:p>
            <a:pPr marL="457200" lvl="0" indent="-431800" algn="just" rtl="0">
              <a:lnSpc>
                <a:spcPct val="100000"/>
              </a:lnSpc>
              <a:spcBef>
                <a:spcPts val="640"/>
              </a:spcBef>
              <a:spcAft>
                <a:spcPts val="0"/>
              </a:spcAft>
              <a:buSzPts val="3200"/>
              <a:buNone/>
            </a:pPr>
            <a:r>
              <a:rPr lang="en-US" sz="2400" b="1" dirty="0">
                <a:solidFill>
                  <a:schemeClr val="dk1"/>
                </a:solidFill>
                <a:latin typeface="Times New Roman"/>
                <a:ea typeface="Times New Roman"/>
                <a:cs typeface="Times New Roman"/>
                <a:sym typeface="Times New Roman"/>
              </a:rPr>
              <a:t>Examples:</a:t>
            </a:r>
            <a:r>
              <a:rPr lang="en-US" sz="2400" dirty="0">
                <a:solidFill>
                  <a:schemeClr val="dk1"/>
                </a:solidFill>
                <a:latin typeface="Times New Roman"/>
                <a:ea typeface="Times New Roman"/>
                <a:cs typeface="Times New Roman"/>
                <a:sym typeface="Times New Roman"/>
              </a:rPr>
              <a:t> AI assistants (Siri, ChatGPT), supercomputers.</a:t>
            </a:r>
            <a:endParaRPr sz="2400" dirty="0"/>
          </a:p>
          <a:p>
            <a:pPr lvl="0" algn="just"/>
            <a:r>
              <a:rPr lang="en-US" sz="2400" b="1" dirty="0">
                <a:solidFill>
                  <a:schemeClr val="dk1"/>
                </a:solidFill>
                <a:latin typeface="Times New Roman"/>
                <a:ea typeface="Times New Roman"/>
                <a:cs typeface="Times New Roman"/>
                <a:sym typeface="Times New Roman"/>
              </a:rPr>
              <a:t>Features:</a:t>
            </a:r>
            <a:r>
              <a:rPr lang="en-US" sz="2400" dirty="0">
                <a:solidFill>
                  <a:schemeClr val="dk1"/>
                </a:solidFill>
                <a:latin typeface="Times New Roman"/>
                <a:ea typeface="Times New Roman"/>
                <a:cs typeface="Times New Roman"/>
                <a:sym typeface="Times New Roman"/>
              </a:rPr>
              <a:t> High speed, massive data processing, focus on learning and decision-making, </a:t>
            </a:r>
          </a:p>
          <a:p>
            <a:pPr lvl="0" algn="just">
              <a:buFont typeface="Arial" panose="020B0604020202020204" pitchFamily="34" charset="0"/>
              <a:buChar char="•"/>
            </a:pPr>
            <a:r>
              <a:rPr lang="en-US" sz="2400" dirty="0">
                <a:solidFill>
                  <a:schemeClr val="tx1"/>
                </a:solidFill>
                <a:latin typeface="Times New Roman"/>
                <a:ea typeface="Times New Roman"/>
                <a:cs typeface="Times New Roman"/>
                <a:sym typeface="Times New Roman"/>
              </a:rPr>
              <a:t>ULSI technology, </a:t>
            </a:r>
          </a:p>
          <a:p>
            <a:pPr lvl="0" algn="just">
              <a:buFont typeface="Arial" panose="020B0604020202020204" pitchFamily="34" charset="0"/>
              <a:buChar char="•"/>
            </a:pPr>
            <a:r>
              <a:rPr lang="en-US" sz="2400" dirty="0">
                <a:solidFill>
                  <a:schemeClr val="tx1"/>
                </a:solidFill>
                <a:latin typeface="Times New Roman"/>
                <a:ea typeface="Times New Roman"/>
                <a:cs typeface="Times New Roman"/>
                <a:sym typeface="Times New Roman"/>
              </a:rPr>
              <a:t>More user-friendly interfaces with multimedia features, </a:t>
            </a:r>
          </a:p>
          <a:p>
            <a:pPr lvl="0" algn="just">
              <a:buFont typeface="Arial" panose="020B0604020202020204" pitchFamily="34" charset="0"/>
              <a:buChar char="•"/>
            </a:pPr>
            <a:r>
              <a:rPr lang="en-US" sz="2400" dirty="0">
                <a:solidFill>
                  <a:schemeClr val="tx1"/>
                </a:solidFill>
                <a:latin typeface="Times New Roman"/>
                <a:ea typeface="Times New Roman"/>
                <a:cs typeface="Times New Roman"/>
                <a:sym typeface="Times New Roman"/>
              </a:rPr>
              <a:t>Availability of very powerful and compact computers at cheaper rates</a:t>
            </a:r>
          </a:p>
          <a:p>
            <a:pPr marL="457200" lvl="0" indent="-431800" algn="just" rtl="0">
              <a:lnSpc>
                <a:spcPct val="100000"/>
              </a:lnSpc>
              <a:spcBef>
                <a:spcPts val="640"/>
              </a:spcBef>
              <a:spcAft>
                <a:spcPts val="0"/>
              </a:spcAft>
              <a:buSzPts val="3200"/>
              <a:buNone/>
            </a:pPr>
            <a:endParaRPr sz="24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51">
                                            <p:txEl>
                                              <p:pRg st="0" end="0"/>
                                            </p:txEl>
                                          </p:spTgt>
                                        </p:tgtEl>
                                        <p:attrNameLst>
                                          <p:attrName>style.visibility</p:attrName>
                                        </p:attrNameLst>
                                      </p:cBhvr>
                                      <p:to>
                                        <p:strVal val="visible"/>
                                      </p:to>
                                    </p:set>
                                    <p:anim calcmode="lin" valueType="num">
                                      <p:cBhvr additive="base">
                                        <p:cTn id="7" dur="500" fill="hold"/>
                                        <p:tgtEl>
                                          <p:spTgt spid="151">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51">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151">
                                            <p:txEl>
                                              <p:pRg st="1" end="1"/>
                                            </p:txEl>
                                          </p:spTgt>
                                        </p:tgtEl>
                                        <p:attrNameLst>
                                          <p:attrName>style.visibility</p:attrName>
                                        </p:attrNameLst>
                                      </p:cBhvr>
                                      <p:to>
                                        <p:strVal val="visible"/>
                                      </p:to>
                                    </p:set>
                                    <p:anim calcmode="lin" valueType="num">
                                      <p:cBhvr additive="base">
                                        <p:cTn id="13" dur="500" fill="hold"/>
                                        <p:tgtEl>
                                          <p:spTgt spid="151">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151">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151">
                                            <p:txEl>
                                              <p:pRg st="2" end="2"/>
                                            </p:txEl>
                                          </p:spTgt>
                                        </p:tgtEl>
                                        <p:attrNameLst>
                                          <p:attrName>style.visibility</p:attrName>
                                        </p:attrNameLst>
                                      </p:cBhvr>
                                      <p:to>
                                        <p:strVal val="visible"/>
                                      </p:to>
                                    </p:set>
                                    <p:anim calcmode="lin" valueType="num">
                                      <p:cBhvr additive="base">
                                        <p:cTn id="19" dur="500" fill="hold"/>
                                        <p:tgtEl>
                                          <p:spTgt spid="151">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151">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151">
                                            <p:txEl>
                                              <p:pRg st="3" end="3"/>
                                            </p:txEl>
                                          </p:spTgt>
                                        </p:tgtEl>
                                        <p:attrNameLst>
                                          <p:attrName>style.visibility</p:attrName>
                                        </p:attrNameLst>
                                      </p:cBhvr>
                                      <p:to>
                                        <p:strVal val="visible"/>
                                      </p:to>
                                    </p:set>
                                    <p:anim calcmode="lin" valueType="num">
                                      <p:cBhvr additive="base">
                                        <p:cTn id="25" dur="500" fill="hold"/>
                                        <p:tgtEl>
                                          <p:spTgt spid="151">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151">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151">
                                            <p:txEl>
                                              <p:pRg st="4" end="4"/>
                                            </p:txEl>
                                          </p:spTgt>
                                        </p:tgtEl>
                                        <p:attrNameLst>
                                          <p:attrName>style.visibility</p:attrName>
                                        </p:attrNameLst>
                                      </p:cBhvr>
                                      <p:to>
                                        <p:strVal val="visible"/>
                                      </p:to>
                                    </p:set>
                                    <p:anim calcmode="lin" valueType="num">
                                      <p:cBhvr additive="base">
                                        <p:cTn id="31" dur="500" fill="hold"/>
                                        <p:tgtEl>
                                          <p:spTgt spid="151">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151">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151">
                                            <p:txEl>
                                              <p:pRg st="5" end="5"/>
                                            </p:txEl>
                                          </p:spTgt>
                                        </p:tgtEl>
                                        <p:attrNameLst>
                                          <p:attrName>style.visibility</p:attrName>
                                        </p:attrNameLst>
                                      </p:cBhvr>
                                      <p:to>
                                        <p:strVal val="visible"/>
                                      </p:to>
                                    </p:set>
                                    <p:anim calcmode="lin" valueType="num">
                                      <p:cBhvr additive="base">
                                        <p:cTn id="37" dur="500" fill="hold"/>
                                        <p:tgtEl>
                                          <p:spTgt spid="151">
                                            <p:txEl>
                                              <p:pRg st="5" end="5"/>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151">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grpId="0" nodeType="clickEffect">
                                  <p:stCondLst>
                                    <p:cond delay="0"/>
                                  </p:stCondLst>
                                  <p:childTnLst>
                                    <p:set>
                                      <p:cBhvr>
                                        <p:cTn id="42" dur="1" fill="hold">
                                          <p:stCondLst>
                                            <p:cond delay="0"/>
                                          </p:stCondLst>
                                        </p:cTn>
                                        <p:tgtEl>
                                          <p:spTgt spid="151">
                                            <p:txEl>
                                              <p:pRg st="6" end="6"/>
                                            </p:txEl>
                                          </p:spTgt>
                                        </p:tgtEl>
                                        <p:attrNameLst>
                                          <p:attrName>style.visibility</p:attrName>
                                        </p:attrNameLst>
                                      </p:cBhvr>
                                      <p:to>
                                        <p:strVal val="visible"/>
                                      </p:to>
                                    </p:set>
                                    <p:anim calcmode="lin" valueType="num">
                                      <p:cBhvr additive="base">
                                        <p:cTn id="43" dur="500" fill="hold"/>
                                        <p:tgtEl>
                                          <p:spTgt spid="151">
                                            <p:txEl>
                                              <p:pRg st="6" end="6"/>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151">
                                            <p:txEl>
                                              <p:pRg st="6" end="6"/>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1" grpId="0" build="p"/>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156"/>
        <p:cNvGrpSpPr/>
        <p:nvPr/>
      </p:nvGrpSpPr>
      <p:grpSpPr>
        <a:xfrm>
          <a:off x="0" y="0"/>
          <a:ext cx="0" cy="0"/>
          <a:chOff x="0" y="0"/>
          <a:chExt cx="0" cy="0"/>
        </a:xfrm>
      </p:grpSpPr>
      <p:sp>
        <p:nvSpPr>
          <p:cNvPr id="157" name="Google Shape;157;p28"/>
          <p:cNvSpPr txBox="1">
            <a:spLocks noGrp="1"/>
          </p:cNvSpPr>
          <p:nvPr>
            <p:ph type="ctrTitle"/>
          </p:nvPr>
        </p:nvSpPr>
        <p:spPr>
          <a:xfrm>
            <a:off x="0" y="1"/>
            <a:ext cx="6469626" cy="9144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en-US" sz="2800" b="1">
                <a:latin typeface="Times New Roman"/>
                <a:ea typeface="Times New Roman"/>
                <a:cs typeface="Times New Roman"/>
                <a:sym typeface="Times New Roman"/>
              </a:rPr>
              <a:t>Difference between Evolution and Generation</a:t>
            </a:r>
            <a:endParaRPr sz="2800" b="1">
              <a:latin typeface="Times New Roman"/>
              <a:ea typeface="Times New Roman"/>
              <a:cs typeface="Times New Roman"/>
              <a:sym typeface="Times New Roman"/>
            </a:endParaRPr>
          </a:p>
        </p:txBody>
      </p:sp>
      <p:pic>
        <p:nvPicPr>
          <p:cNvPr id="158" name="Google Shape;158;p28"/>
          <p:cNvPicPr preferRelativeResize="0"/>
          <p:nvPr/>
        </p:nvPicPr>
        <p:blipFill rotWithShape="1">
          <a:blip r:embed="rId3">
            <a:alphaModFix/>
          </a:blip>
          <a:srcRect/>
          <a:stretch/>
        </p:blipFill>
        <p:spPr>
          <a:xfrm>
            <a:off x="359871" y="1017142"/>
            <a:ext cx="8475904" cy="5106257"/>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158"/>
                                        </p:tgtEl>
                                        <p:attrNameLst>
                                          <p:attrName>style.visibility</p:attrName>
                                        </p:attrNameLst>
                                      </p:cBhvr>
                                      <p:to>
                                        <p:strVal val="visible"/>
                                      </p:to>
                                    </p:set>
                                    <p:animEffect transition="in" filter="wipe(down)">
                                      <p:cBhvr>
                                        <p:cTn id="7" dur="500"/>
                                        <p:tgtEl>
                                          <p:spTgt spid="15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AB4E6D9D-B5DC-0138-99BE-C6BC4D868FD5}"/>
              </a:ext>
            </a:extLst>
          </p:cNvPr>
          <p:cNvPicPr>
            <a:picLocks noChangeAspect="1"/>
          </p:cNvPicPr>
          <p:nvPr/>
        </p:nvPicPr>
        <p:blipFill>
          <a:blip r:embed="rId2"/>
          <a:stretch>
            <a:fillRect/>
          </a:stretch>
        </p:blipFill>
        <p:spPr>
          <a:xfrm>
            <a:off x="66782" y="1080514"/>
            <a:ext cx="9010436" cy="4902456"/>
          </a:xfrm>
          <a:prstGeom prst="rect">
            <a:avLst/>
          </a:prstGeom>
        </p:spPr>
      </p:pic>
      <p:sp>
        <p:nvSpPr>
          <p:cNvPr id="8" name="TextBox 7">
            <a:extLst>
              <a:ext uri="{FF2B5EF4-FFF2-40B4-BE49-F238E27FC236}">
                <a16:creationId xmlns:a16="http://schemas.microsoft.com/office/drawing/2014/main" id="{86027012-97FE-6FC2-D8A3-DA934E35A887}"/>
              </a:ext>
            </a:extLst>
          </p:cNvPr>
          <p:cNvSpPr txBox="1"/>
          <p:nvPr/>
        </p:nvSpPr>
        <p:spPr>
          <a:xfrm>
            <a:off x="66782" y="123515"/>
            <a:ext cx="5666197" cy="369332"/>
          </a:xfrm>
          <a:prstGeom prst="rect">
            <a:avLst/>
          </a:prstGeom>
          <a:noFill/>
        </p:spPr>
        <p:txBody>
          <a:bodyPr wrap="square">
            <a:spAutoFit/>
          </a:bodyPr>
          <a:lstStyle/>
          <a:p>
            <a:pPr algn="l" fontAlgn="base">
              <a:buNone/>
            </a:pPr>
            <a:r>
              <a:rPr lang="en-US" sz="1800" b="1" i="0" dirty="0">
                <a:solidFill>
                  <a:srgbClr val="273239"/>
                </a:solidFill>
                <a:effectLst/>
                <a:latin typeface="Nunito" pitchFamily="2" charset="0"/>
              </a:rPr>
              <a:t>Advantage and Disadvantages of Computers</a:t>
            </a:r>
          </a:p>
        </p:txBody>
      </p:sp>
    </p:spTree>
    <p:extLst>
      <p:ext uri="{BB962C8B-B14F-4D97-AF65-F5344CB8AC3E}">
        <p14:creationId xmlns:p14="http://schemas.microsoft.com/office/powerpoint/2010/main" val="215476480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1" presetClass="entr" presetSubtype="1"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wheel(1)">
                                      <p:cBhvr>
                                        <p:cTn id="7" dur="20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CD223B-E5EA-4CA6-4E22-CDE1E84E850A}"/>
              </a:ext>
            </a:extLst>
          </p:cNvPr>
          <p:cNvSpPr>
            <a:spLocks noGrp="1"/>
          </p:cNvSpPr>
          <p:nvPr>
            <p:ph type="ctrTitle"/>
          </p:nvPr>
        </p:nvSpPr>
        <p:spPr/>
        <p:txBody>
          <a:bodyPr/>
          <a:lstStyle/>
          <a:p>
            <a:r>
              <a:rPr lang="en-IN" b="1" dirty="0"/>
              <a:t>Von Neumann Architecture</a:t>
            </a:r>
          </a:p>
        </p:txBody>
      </p:sp>
      <p:sp>
        <p:nvSpPr>
          <p:cNvPr id="3" name="Subtitle 2">
            <a:extLst>
              <a:ext uri="{FF2B5EF4-FFF2-40B4-BE49-F238E27FC236}">
                <a16:creationId xmlns:a16="http://schemas.microsoft.com/office/drawing/2014/main" id="{B43E0B77-C4A8-7EB1-F644-A809CE413447}"/>
              </a:ext>
            </a:extLst>
          </p:cNvPr>
          <p:cNvSpPr>
            <a:spLocks noGrp="1"/>
          </p:cNvSpPr>
          <p:nvPr>
            <p:ph type="subTitle" idx="1"/>
          </p:nvPr>
        </p:nvSpPr>
        <p:spPr>
          <a:xfrm>
            <a:off x="495299" y="1012984"/>
            <a:ext cx="8153400" cy="1056640"/>
          </a:xfrm>
        </p:spPr>
        <p:txBody>
          <a:bodyPr/>
          <a:lstStyle/>
          <a:p>
            <a:pPr marL="92075" indent="-66675" algn="just"/>
            <a:r>
              <a:rPr lang="en-IN" sz="2000" dirty="0">
                <a:solidFill>
                  <a:schemeClr val="tx1"/>
                </a:solidFill>
              </a:rPr>
              <a:t>From an architectural point of view, there are the two basic models: Von Neumann and Harvard architectures. These models  explain the </a:t>
            </a:r>
            <a:r>
              <a:rPr lang="en-IN" sz="2000" b="1" dirty="0">
                <a:solidFill>
                  <a:schemeClr val="tx1"/>
                </a:solidFill>
              </a:rPr>
              <a:t>organization of memory </a:t>
            </a:r>
            <a:r>
              <a:rPr lang="en-IN" sz="2000" dirty="0">
                <a:solidFill>
                  <a:schemeClr val="tx1"/>
                </a:solidFill>
              </a:rPr>
              <a:t>and </a:t>
            </a:r>
            <a:r>
              <a:rPr lang="en-IN" sz="2000" b="1" dirty="0">
                <a:solidFill>
                  <a:schemeClr val="tx1"/>
                </a:solidFill>
              </a:rPr>
              <a:t>processing units </a:t>
            </a:r>
            <a:r>
              <a:rPr lang="en-IN" sz="2000" dirty="0">
                <a:solidFill>
                  <a:schemeClr val="tx1"/>
                </a:solidFill>
              </a:rPr>
              <a:t>in a computer system.</a:t>
            </a:r>
          </a:p>
        </p:txBody>
      </p:sp>
      <p:pic>
        <p:nvPicPr>
          <p:cNvPr id="5" name="Picture 4" descr="RefreshNotes: Von Neumann Vs Harvard Architecture">
            <a:extLst>
              <a:ext uri="{FF2B5EF4-FFF2-40B4-BE49-F238E27FC236}">
                <a16:creationId xmlns:a16="http://schemas.microsoft.com/office/drawing/2014/main" id="{3611B194-FB0A-FC81-0A43-3048161D2696}"/>
              </a:ext>
            </a:extLst>
          </p:cNvPr>
          <p:cNvPicPr>
            <a:picLocks noChangeAspect="1"/>
          </p:cNvPicPr>
          <p:nvPr/>
        </p:nvPicPr>
        <p:blipFill>
          <a:blip r:embed="rId2"/>
          <a:stretch>
            <a:fillRect/>
          </a:stretch>
        </p:blipFill>
        <p:spPr>
          <a:xfrm>
            <a:off x="1682828" y="2445543"/>
            <a:ext cx="5778342" cy="3029969"/>
          </a:xfrm>
          <a:prstGeom prst="rect">
            <a:avLst/>
          </a:prstGeom>
        </p:spPr>
      </p:pic>
      <p:sp>
        <p:nvSpPr>
          <p:cNvPr id="9" name="TextBox 8">
            <a:extLst>
              <a:ext uri="{FF2B5EF4-FFF2-40B4-BE49-F238E27FC236}">
                <a16:creationId xmlns:a16="http://schemas.microsoft.com/office/drawing/2014/main" id="{508280EF-C245-7411-88E7-F236E6C4F8C9}"/>
              </a:ext>
            </a:extLst>
          </p:cNvPr>
          <p:cNvSpPr txBox="1"/>
          <p:nvPr/>
        </p:nvSpPr>
        <p:spPr>
          <a:xfrm>
            <a:off x="3129280" y="5537239"/>
            <a:ext cx="4572000" cy="338554"/>
          </a:xfrm>
          <a:prstGeom prst="rect">
            <a:avLst/>
          </a:prstGeom>
          <a:noFill/>
        </p:spPr>
        <p:txBody>
          <a:bodyPr wrap="square">
            <a:spAutoFit/>
          </a:bodyPr>
          <a:lstStyle/>
          <a:p>
            <a:r>
              <a:rPr lang="en-IN" sz="1600" dirty="0">
                <a:latin typeface="Calibri" panose="020F0502020204030204" pitchFamily="34" charset="0"/>
                <a:ea typeface="Calibri" panose="020F0502020204030204" pitchFamily="34" charset="0"/>
                <a:cs typeface="Calibri" panose="020F0502020204030204" pitchFamily="34" charset="0"/>
              </a:rPr>
              <a:t>Fig. 1.7 Von Neumann Vs Harvard architecture</a:t>
            </a:r>
          </a:p>
        </p:txBody>
      </p:sp>
    </p:spTree>
    <p:extLst>
      <p:ext uri="{BB962C8B-B14F-4D97-AF65-F5344CB8AC3E}">
        <p14:creationId xmlns:p14="http://schemas.microsoft.com/office/powerpoint/2010/main" val="561297933"/>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077264-EEA4-6B3C-6430-387616C53FDF}"/>
              </a:ext>
            </a:extLst>
          </p:cNvPr>
          <p:cNvSpPr>
            <a:spLocks noGrp="1"/>
          </p:cNvSpPr>
          <p:nvPr>
            <p:ph type="ctrTitle"/>
          </p:nvPr>
        </p:nvSpPr>
        <p:spPr/>
        <p:txBody>
          <a:bodyPr/>
          <a:lstStyle/>
          <a:p>
            <a:r>
              <a:rPr lang="en-US" sz="3200" dirty="0">
                <a:latin typeface="Times New Roman" panose="02020603050405020304" pitchFamily="18" charset="0"/>
                <a:cs typeface="Times New Roman" panose="02020603050405020304" pitchFamily="18" charset="0"/>
              </a:rPr>
              <a:t>Von Neumann Architecture</a:t>
            </a:r>
            <a:endParaRPr lang="en-IN" dirty="0"/>
          </a:p>
        </p:txBody>
      </p:sp>
      <p:sp>
        <p:nvSpPr>
          <p:cNvPr id="3" name="Subtitle 2">
            <a:extLst>
              <a:ext uri="{FF2B5EF4-FFF2-40B4-BE49-F238E27FC236}">
                <a16:creationId xmlns:a16="http://schemas.microsoft.com/office/drawing/2014/main" id="{1CE5F67E-01E7-65FE-27F1-11BC0511009D}"/>
              </a:ext>
            </a:extLst>
          </p:cNvPr>
          <p:cNvSpPr>
            <a:spLocks noGrp="1"/>
          </p:cNvSpPr>
          <p:nvPr>
            <p:ph type="subTitle" idx="1"/>
          </p:nvPr>
        </p:nvSpPr>
        <p:spPr/>
        <p:txBody>
          <a:bodyPr/>
          <a:lstStyle/>
          <a:p>
            <a:pPr algn="just">
              <a:buFont typeface="Arial" panose="020B0604020202020204" pitchFamily="34" charset="0"/>
              <a:buChar char="•"/>
            </a:pPr>
            <a:r>
              <a:rPr lang="en-US" dirty="0">
                <a:solidFill>
                  <a:schemeClr val="tx1"/>
                </a:solidFill>
                <a:latin typeface="Times New Roman" panose="02020603050405020304" pitchFamily="18" charset="0"/>
                <a:cs typeface="Times New Roman" panose="02020603050405020304" pitchFamily="18" charset="0"/>
              </a:rPr>
              <a:t>Historically, there have been 2 types of Computers: </a:t>
            </a:r>
          </a:p>
          <a:p>
            <a:pPr lvl="1" algn="just">
              <a:buFont typeface="Wingdings" panose="05000000000000000000" pitchFamily="2" charset="2"/>
              <a:buChar char="Ø"/>
            </a:pPr>
            <a:r>
              <a:rPr lang="en-US" dirty="0">
                <a:solidFill>
                  <a:schemeClr val="tx1"/>
                </a:solidFill>
                <a:highlight>
                  <a:srgbClr val="FFFF00"/>
                </a:highlight>
                <a:latin typeface="Times New Roman" panose="02020603050405020304" pitchFamily="18" charset="0"/>
                <a:cs typeface="Times New Roman" panose="02020603050405020304" pitchFamily="18" charset="0"/>
              </a:rPr>
              <a:t>Fixed Program Computers </a:t>
            </a:r>
            <a:r>
              <a:rPr lang="en-US" dirty="0">
                <a:solidFill>
                  <a:schemeClr val="tx1"/>
                </a:solidFill>
                <a:latin typeface="Times New Roman" panose="02020603050405020304" pitchFamily="18" charset="0"/>
                <a:cs typeface="Times New Roman" panose="02020603050405020304" pitchFamily="18" charset="0"/>
              </a:rPr>
              <a:t>- Their function is very specific, and they couldn't be reprogrammed, e.g., calculators. </a:t>
            </a:r>
          </a:p>
          <a:p>
            <a:pPr lvl="1" algn="just">
              <a:buFont typeface="Wingdings" panose="05000000000000000000" pitchFamily="2" charset="2"/>
              <a:buChar char="Ø"/>
            </a:pPr>
            <a:r>
              <a:rPr lang="en-US" dirty="0">
                <a:solidFill>
                  <a:schemeClr val="tx1"/>
                </a:solidFill>
                <a:highlight>
                  <a:srgbClr val="FFFF00"/>
                </a:highlight>
                <a:latin typeface="Times New Roman" panose="02020603050405020304" pitchFamily="18" charset="0"/>
                <a:cs typeface="Times New Roman" panose="02020603050405020304" pitchFamily="18" charset="0"/>
              </a:rPr>
              <a:t>Stored Program Computers </a:t>
            </a:r>
            <a:r>
              <a:rPr lang="en-US" dirty="0">
                <a:solidFill>
                  <a:schemeClr val="tx1"/>
                </a:solidFill>
                <a:latin typeface="Times New Roman" panose="02020603050405020304" pitchFamily="18" charset="0"/>
                <a:cs typeface="Times New Roman" panose="02020603050405020304" pitchFamily="18" charset="0"/>
              </a:rPr>
              <a:t>- These can be programmed to carry out many different tasks, applications are stored on them, hence the name. </a:t>
            </a:r>
            <a:endParaRPr lang="en-IN"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40137308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anim calcmode="lin" valueType="num">
                                      <p:cBhvr additive="base">
                                        <p:cTn id="11"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
                                            <p:txEl>
                                              <p:pRg st="1" end="1"/>
                                            </p:txEl>
                                          </p:spTgt>
                                        </p:tgtEl>
                                        <p:attrNameLst>
                                          <p:attrName>ppt_y</p:attrName>
                                        </p:attrNameLst>
                                      </p:cBhvr>
                                      <p:tavLst>
                                        <p:tav tm="0">
                                          <p:val>
                                            <p:strVal val="1+#ppt_h/2"/>
                                          </p:val>
                                        </p:tav>
                                        <p:tav tm="100000">
                                          <p:val>
                                            <p:strVal val="#ppt_y"/>
                                          </p:val>
                                        </p:tav>
                                      </p:tavLst>
                                    </p:anim>
                                  </p:childTnLst>
                                </p:cTn>
                              </p:par>
                              <p:par>
                                <p:cTn id="13" presetID="2" presetClass="entr" presetSubtype="4" fill="hold" grpId="0" nodeType="with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anim calcmode="lin" valueType="num">
                                      <p:cBhvr additive="base">
                                        <p:cTn id="15"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ECA387DE-3C11-167F-36AC-654F2990B5A1}"/>
              </a:ext>
            </a:extLst>
          </p:cNvPr>
          <p:cNvPicPr>
            <a:picLocks noChangeAspect="1"/>
          </p:cNvPicPr>
          <p:nvPr/>
        </p:nvPicPr>
        <p:blipFill>
          <a:blip r:embed="rId2"/>
          <a:stretch>
            <a:fillRect/>
          </a:stretch>
        </p:blipFill>
        <p:spPr>
          <a:xfrm>
            <a:off x="457200" y="1138365"/>
            <a:ext cx="7900827" cy="4211399"/>
          </a:xfrm>
          <a:prstGeom prst="rect">
            <a:avLst/>
          </a:prstGeom>
        </p:spPr>
      </p:pic>
    </p:spTree>
    <p:extLst>
      <p:ext uri="{BB962C8B-B14F-4D97-AF65-F5344CB8AC3E}">
        <p14:creationId xmlns:p14="http://schemas.microsoft.com/office/powerpoint/2010/main" val="12939927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barn(inVertical)">
                                      <p:cBhvr>
                                        <p:cTn id="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BA64B909-F21A-159E-97C9-96679A66BC0F}"/>
              </a:ext>
            </a:extLst>
          </p:cNvPr>
          <p:cNvPicPr>
            <a:picLocks noChangeAspect="1"/>
          </p:cNvPicPr>
          <p:nvPr/>
        </p:nvPicPr>
        <p:blipFill>
          <a:blip r:embed="rId2"/>
          <a:stretch>
            <a:fillRect/>
          </a:stretch>
        </p:blipFill>
        <p:spPr>
          <a:xfrm>
            <a:off x="457200" y="934720"/>
            <a:ext cx="8077200" cy="4988560"/>
          </a:xfrm>
          <a:prstGeom prst="rect">
            <a:avLst/>
          </a:prstGeom>
        </p:spPr>
      </p:pic>
    </p:spTree>
    <p:extLst>
      <p:ext uri="{BB962C8B-B14F-4D97-AF65-F5344CB8AC3E}">
        <p14:creationId xmlns:p14="http://schemas.microsoft.com/office/powerpoint/2010/main" val="107481282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barn(inVertical)">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A05B1A-204F-EC95-3E4B-7B34D5BC87BE}"/>
              </a:ext>
            </a:extLst>
          </p:cNvPr>
          <p:cNvSpPr>
            <a:spLocks noGrp="1"/>
          </p:cNvSpPr>
          <p:nvPr>
            <p:ph type="ctrTitle"/>
          </p:nvPr>
        </p:nvSpPr>
        <p:spPr>
          <a:xfrm>
            <a:off x="0" y="1"/>
            <a:ext cx="6369978" cy="914400"/>
          </a:xfrm>
        </p:spPr>
        <p:txBody>
          <a:bodyPr/>
          <a:lstStyle/>
          <a:p>
            <a:r>
              <a:rPr lang="en-US" sz="2400" dirty="0"/>
              <a:t>Key Characteristics of Von Neumann Architecture</a:t>
            </a:r>
            <a:endParaRPr lang="en-IN" dirty="0"/>
          </a:p>
        </p:txBody>
      </p:sp>
      <p:sp>
        <p:nvSpPr>
          <p:cNvPr id="3" name="Subtitle 2">
            <a:extLst>
              <a:ext uri="{FF2B5EF4-FFF2-40B4-BE49-F238E27FC236}">
                <a16:creationId xmlns:a16="http://schemas.microsoft.com/office/drawing/2014/main" id="{8206CF2A-0BA2-3CA3-EF79-B7F03AB7C57E}"/>
              </a:ext>
            </a:extLst>
          </p:cNvPr>
          <p:cNvSpPr>
            <a:spLocks noGrp="1"/>
          </p:cNvSpPr>
          <p:nvPr>
            <p:ph type="subTitle" idx="1"/>
          </p:nvPr>
        </p:nvSpPr>
        <p:spPr/>
        <p:txBody>
          <a:bodyPr/>
          <a:lstStyle/>
          <a:p>
            <a:pPr algn="just">
              <a:buFont typeface="Arial" panose="020B0604020202020204" pitchFamily="34" charset="0"/>
              <a:buChar char="•"/>
            </a:pPr>
            <a:r>
              <a:rPr lang="en-US" b="1" dirty="0">
                <a:solidFill>
                  <a:schemeClr val="tx1"/>
                </a:solidFill>
              </a:rPr>
              <a:t>Stored Program Concept </a:t>
            </a:r>
            <a:r>
              <a:rPr lang="en-US" dirty="0">
                <a:solidFill>
                  <a:schemeClr val="tx1"/>
                </a:solidFill>
              </a:rPr>
              <a:t>(programs and data in the same memory).</a:t>
            </a:r>
          </a:p>
          <a:p>
            <a:pPr algn="just">
              <a:buFont typeface="Arial" panose="020B0604020202020204" pitchFamily="34" charset="0"/>
              <a:buChar char="•"/>
            </a:pPr>
            <a:r>
              <a:rPr lang="en-US" b="1" dirty="0">
                <a:solidFill>
                  <a:schemeClr val="tx1"/>
                </a:solidFill>
              </a:rPr>
              <a:t>Sequential execution </a:t>
            </a:r>
            <a:r>
              <a:rPr lang="en-US" dirty="0">
                <a:solidFill>
                  <a:schemeClr val="tx1"/>
                </a:solidFill>
              </a:rPr>
              <a:t>(one instruction after another).</a:t>
            </a:r>
          </a:p>
          <a:p>
            <a:pPr algn="just">
              <a:buFont typeface="Arial" panose="020B0604020202020204" pitchFamily="34" charset="0"/>
              <a:buChar char="•"/>
            </a:pPr>
            <a:r>
              <a:rPr lang="en-US" b="1" dirty="0">
                <a:solidFill>
                  <a:schemeClr val="tx1"/>
                </a:solidFill>
              </a:rPr>
              <a:t>Single memory </a:t>
            </a:r>
            <a:r>
              <a:rPr lang="en-US" dirty="0">
                <a:solidFill>
                  <a:schemeClr val="tx1"/>
                </a:solidFill>
              </a:rPr>
              <a:t>for both data and instructions.</a:t>
            </a:r>
          </a:p>
          <a:p>
            <a:pPr algn="just">
              <a:buFont typeface="Arial" panose="020B0604020202020204" pitchFamily="34" charset="0"/>
              <a:buChar char="•"/>
            </a:pPr>
            <a:r>
              <a:rPr lang="en-US" b="1" dirty="0">
                <a:solidFill>
                  <a:schemeClr val="tx1"/>
                </a:solidFill>
              </a:rPr>
              <a:t>Control unit </a:t>
            </a:r>
            <a:r>
              <a:rPr lang="en-US" dirty="0">
                <a:solidFill>
                  <a:schemeClr val="tx1"/>
                </a:solidFill>
              </a:rPr>
              <a:t>directs the flow of execution</a:t>
            </a:r>
            <a:r>
              <a:rPr lang="en-US" b="1" dirty="0">
                <a:solidFill>
                  <a:schemeClr val="tx1"/>
                </a:solidFill>
              </a:rPr>
              <a:t>.</a:t>
            </a:r>
          </a:p>
          <a:p>
            <a:pPr algn="just">
              <a:buFont typeface="Arial" panose="020B0604020202020204" pitchFamily="34" charset="0"/>
              <a:buChar char="•"/>
            </a:pPr>
            <a:endParaRPr lang="en-IN" dirty="0">
              <a:solidFill>
                <a:schemeClr val="tx1"/>
              </a:solidFill>
            </a:endParaRPr>
          </a:p>
        </p:txBody>
      </p:sp>
    </p:spTree>
    <p:extLst>
      <p:ext uri="{BB962C8B-B14F-4D97-AF65-F5344CB8AC3E}">
        <p14:creationId xmlns:p14="http://schemas.microsoft.com/office/powerpoint/2010/main" val="26842670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 calcmode="lin" valueType="num">
                                      <p:cBhvr additive="base">
                                        <p:cTn id="25"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3337E5-4AA8-D623-78C1-041663DC050B}"/>
              </a:ext>
            </a:extLst>
          </p:cNvPr>
          <p:cNvSpPr>
            <a:spLocks noGrp="1"/>
          </p:cNvSpPr>
          <p:nvPr>
            <p:ph type="ctrTitle"/>
          </p:nvPr>
        </p:nvSpPr>
        <p:spPr>
          <a:xfrm>
            <a:off x="-1" y="1"/>
            <a:ext cx="6565187" cy="914400"/>
          </a:xfrm>
        </p:spPr>
        <p:txBody>
          <a:bodyPr/>
          <a:lstStyle/>
          <a:p>
            <a:r>
              <a:rPr lang="en-US" sz="2400" dirty="0">
                <a:solidFill>
                  <a:srgbClr val="273239"/>
                </a:solidFill>
                <a:latin typeface="Nunito" pitchFamily="2" charset="0"/>
              </a:rPr>
              <a:t>Basic components of a computer system</a:t>
            </a:r>
            <a:endParaRPr lang="en-IN" sz="2400" dirty="0"/>
          </a:p>
        </p:txBody>
      </p:sp>
      <p:pic>
        <p:nvPicPr>
          <p:cNvPr id="5" name="Picture 4">
            <a:extLst>
              <a:ext uri="{FF2B5EF4-FFF2-40B4-BE49-F238E27FC236}">
                <a16:creationId xmlns:a16="http://schemas.microsoft.com/office/drawing/2014/main" id="{18DDFD0D-1653-D22F-476C-F5785E5ED426}"/>
              </a:ext>
            </a:extLst>
          </p:cNvPr>
          <p:cNvPicPr>
            <a:picLocks noChangeAspect="1"/>
          </p:cNvPicPr>
          <p:nvPr/>
        </p:nvPicPr>
        <p:blipFill>
          <a:blip r:embed="rId2"/>
          <a:stretch>
            <a:fillRect/>
          </a:stretch>
        </p:blipFill>
        <p:spPr>
          <a:xfrm>
            <a:off x="659145" y="1691012"/>
            <a:ext cx="7620000" cy="3810000"/>
          </a:xfrm>
          <a:prstGeom prst="rect">
            <a:avLst/>
          </a:prstGeom>
        </p:spPr>
      </p:pic>
      <p:sp>
        <p:nvSpPr>
          <p:cNvPr id="7" name="TextBox 6">
            <a:extLst>
              <a:ext uri="{FF2B5EF4-FFF2-40B4-BE49-F238E27FC236}">
                <a16:creationId xmlns:a16="http://schemas.microsoft.com/office/drawing/2014/main" id="{60ED3096-1A41-25B3-15FF-2BA9721F04AE}"/>
              </a:ext>
            </a:extLst>
          </p:cNvPr>
          <p:cNvSpPr txBox="1"/>
          <p:nvPr/>
        </p:nvSpPr>
        <p:spPr>
          <a:xfrm>
            <a:off x="754124" y="1356988"/>
            <a:ext cx="6327396" cy="400110"/>
          </a:xfrm>
          <a:prstGeom prst="rect">
            <a:avLst/>
          </a:prstGeom>
          <a:noFill/>
        </p:spPr>
        <p:txBody>
          <a:bodyPr wrap="square">
            <a:spAutoFit/>
          </a:bodyPr>
          <a:lstStyle/>
          <a:p>
            <a:r>
              <a:rPr lang="en-US" sz="2000" b="0" i="0" dirty="0">
                <a:solidFill>
                  <a:srgbClr val="273239"/>
                </a:solidFill>
                <a:effectLst/>
                <a:latin typeface="Nunito" pitchFamily="2" charset="0"/>
              </a:rPr>
              <a:t>Particularly focusing on the memory and processor</a:t>
            </a:r>
            <a:endParaRPr lang="en-IN" sz="2000" dirty="0"/>
          </a:p>
        </p:txBody>
      </p:sp>
    </p:spTree>
    <p:extLst>
      <p:ext uri="{BB962C8B-B14F-4D97-AF65-F5344CB8AC3E}">
        <p14:creationId xmlns:p14="http://schemas.microsoft.com/office/powerpoint/2010/main" val="219694845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barn(inVertical)">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4DBB16-71EC-A41B-C484-55E8EBBC80D0}"/>
              </a:ext>
            </a:extLst>
          </p:cNvPr>
          <p:cNvSpPr>
            <a:spLocks noGrp="1"/>
          </p:cNvSpPr>
          <p:nvPr>
            <p:ph type="ctrTitle"/>
          </p:nvPr>
        </p:nvSpPr>
        <p:spPr>
          <a:xfrm>
            <a:off x="0" y="1"/>
            <a:ext cx="6554912" cy="914400"/>
          </a:xfrm>
        </p:spPr>
        <p:txBody>
          <a:bodyPr/>
          <a:lstStyle/>
          <a:p>
            <a:r>
              <a:rPr lang="en-US" sz="2400" dirty="0">
                <a:solidFill>
                  <a:srgbClr val="273239"/>
                </a:solidFill>
                <a:latin typeface="Nunito" pitchFamily="2" charset="0"/>
              </a:rPr>
              <a:t>Basic components of a computer system</a:t>
            </a:r>
            <a:endParaRPr lang="en-IN" sz="2400" dirty="0"/>
          </a:p>
        </p:txBody>
      </p:sp>
      <p:sp>
        <p:nvSpPr>
          <p:cNvPr id="5" name="TextBox 4">
            <a:extLst>
              <a:ext uri="{FF2B5EF4-FFF2-40B4-BE49-F238E27FC236}">
                <a16:creationId xmlns:a16="http://schemas.microsoft.com/office/drawing/2014/main" id="{8F9BD358-73E6-EF77-BE4A-C537169433D7}"/>
              </a:ext>
            </a:extLst>
          </p:cNvPr>
          <p:cNvSpPr txBox="1"/>
          <p:nvPr/>
        </p:nvSpPr>
        <p:spPr>
          <a:xfrm>
            <a:off x="512338" y="1123254"/>
            <a:ext cx="8363164" cy="4570482"/>
          </a:xfrm>
          <a:prstGeom prst="rect">
            <a:avLst/>
          </a:prstGeom>
          <a:noFill/>
        </p:spPr>
        <p:txBody>
          <a:bodyPr wrap="square">
            <a:spAutoFit/>
          </a:bodyPr>
          <a:lstStyle/>
          <a:p>
            <a:pPr fontAlgn="base">
              <a:spcAft>
                <a:spcPts val="1800"/>
              </a:spcAft>
              <a:buFont typeface="Arial" panose="020B0604020202020204" pitchFamily="34" charset="0"/>
              <a:buChar char="•"/>
            </a:pPr>
            <a:r>
              <a:rPr lang="en-US" sz="1800" b="1" i="0" dirty="0">
                <a:solidFill>
                  <a:schemeClr val="tx1"/>
                </a:solidFill>
                <a:effectLst/>
                <a:latin typeface="Arial" panose="020B0604020202020204" pitchFamily="34" charset="0"/>
                <a:cs typeface="Arial" panose="020B0604020202020204" pitchFamily="34" charset="0"/>
              </a:rPr>
              <a:t>Memory: </a:t>
            </a:r>
            <a:r>
              <a:rPr lang="en-US" sz="1800" b="0" i="0" dirty="0">
                <a:solidFill>
                  <a:schemeClr val="tx1"/>
                </a:solidFill>
                <a:effectLst/>
                <a:latin typeface="Arial" panose="020B0604020202020204" pitchFamily="34" charset="0"/>
                <a:cs typeface="Arial" panose="020B0604020202020204" pitchFamily="34" charset="0"/>
              </a:rPr>
              <a:t>This is where data and instructions are stored. It is a crucial part of the computer system that allows for the storage and retrieval of information.</a:t>
            </a:r>
          </a:p>
          <a:p>
            <a:pPr fontAlgn="base">
              <a:spcAft>
                <a:spcPts val="1800"/>
              </a:spcAft>
              <a:buFont typeface="Arial" panose="020B0604020202020204" pitchFamily="34" charset="0"/>
              <a:buChar char="•"/>
            </a:pPr>
            <a:r>
              <a:rPr lang="en-US" sz="1800" b="1" i="0" dirty="0">
                <a:solidFill>
                  <a:schemeClr val="tx1"/>
                </a:solidFill>
                <a:effectLst/>
                <a:latin typeface="Arial" panose="020B0604020202020204" pitchFamily="34" charset="0"/>
                <a:cs typeface="Arial" panose="020B0604020202020204" pitchFamily="34" charset="0"/>
              </a:rPr>
              <a:t>Input: </a:t>
            </a:r>
            <a:r>
              <a:rPr lang="en-US" sz="1800" b="0" i="0" dirty="0">
                <a:solidFill>
                  <a:schemeClr val="tx1"/>
                </a:solidFill>
                <a:effectLst/>
                <a:latin typeface="Arial" panose="020B0604020202020204" pitchFamily="34" charset="0"/>
                <a:cs typeface="Arial" panose="020B0604020202020204" pitchFamily="34" charset="0"/>
              </a:rPr>
              <a:t>This refers to the devices or methods through which data is entered into the computer system.</a:t>
            </a:r>
          </a:p>
          <a:p>
            <a:pPr fontAlgn="base">
              <a:spcAft>
                <a:spcPts val="1800"/>
              </a:spcAft>
              <a:buFont typeface="Arial" panose="020B0604020202020204" pitchFamily="34" charset="0"/>
              <a:buChar char="•"/>
            </a:pPr>
            <a:r>
              <a:rPr lang="en-US" sz="1800" b="1" i="0" dirty="0">
                <a:solidFill>
                  <a:schemeClr val="tx1"/>
                </a:solidFill>
                <a:effectLst/>
                <a:latin typeface="Arial" panose="020B0604020202020204" pitchFamily="34" charset="0"/>
                <a:cs typeface="Arial" panose="020B0604020202020204" pitchFamily="34" charset="0"/>
              </a:rPr>
              <a:t>Output:</a:t>
            </a:r>
            <a:r>
              <a:rPr lang="en-US" sz="1800" b="0" i="0" dirty="0">
                <a:solidFill>
                  <a:schemeClr val="tx1"/>
                </a:solidFill>
                <a:effectLst/>
                <a:latin typeface="Arial" panose="020B0604020202020204" pitchFamily="34" charset="0"/>
                <a:cs typeface="Arial" panose="020B0604020202020204" pitchFamily="34" charset="0"/>
              </a:rPr>
              <a:t> This refers to the devices or methods through which data is presented to the user or other systems.</a:t>
            </a:r>
          </a:p>
          <a:p>
            <a:pPr fontAlgn="base">
              <a:spcAft>
                <a:spcPts val="1800"/>
              </a:spcAft>
              <a:buFont typeface="Arial" panose="020B0604020202020204" pitchFamily="34" charset="0"/>
              <a:buChar char="•"/>
            </a:pPr>
            <a:r>
              <a:rPr lang="en-US" sz="1800" b="1" i="0" dirty="0">
                <a:solidFill>
                  <a:schemeClr val="tx1"/>
                </a:solidFill>
                <a:effectLst/>
                <a:latin typeface="Arial" panose="020B0604020202020204" pitchFamily="34" charset="0"/>
                <a:cs typeface="Arial" panose="020B0604020202020204" pitchFamily="34" charset="0"/>
              </a:rPr>
              <a:t>Processor:</a:t>
            </a:r>
            <a:r>
              <a:rPr lang="en-US" sz="1800" b="0" i="0" dirty="0">
                <a:solidFill>
                  <a:schemeClr val="tx1"/>
                </a:solidFill>
                <a:effectLst/>
                <a:latin typeface="Arial" panose="020B0604020202020204" pitchFamily="34" charset="0"/>
                <a:cs typeface="Arial" panose="020B0604020202020204" pitchFamily="34" charset="0"/>
              </a:rPr>
              <a:t> The processor, or CPU, is the central component that carries out the instructions of a computer program. It includes the ALU and Control Unit.</a:t>
            </a:r>
          </a:p>
          <a:p>
            <a:pPr fontAlgn="base">
              <a:spcAft>
                <a:spcPts val="1800"/>
              </a:spcAft>
              <a:buFont typeface="Arial" panose="020B0604020202020204" pitchFamily="34" charset="0"/>
              <a:buChar char="•"/>
            </a:pPr>
            <a:r>
              <a:rPr lang="en-US" sz="1800" b="1" dirty="0">
                <a:solidFill>
                  <a:schemeClr val="tx1"/>
                </a:solidFill>
                <a:latin typeface="Arial" panose="020B0604020202020204" pitchFamily="34" charset="0"/>
                <a:cs typeface="Arial" panose="020B0604020202020204" pitchFamily="34" charset="0"/>
              </a:rPr>
              <a:t>Control Unit:</a:t>
            </a:r>
            <a:r>
              <a:rPr lang="en-US" sz="1800" dirty="0">
                <a:solidFill>
                  <a:schemeClr val="tx1"/>
                </a:solidFill>
                <a:latin typeface="Arial" panose="020B0604020202020204" pitchFamily="34" charset="0"/>
                <a:cs typeface="Arial" panose="020B0604020202020204" pitchFamily="34" charset="0"/>
              </a:rPr>
              <a:t> This component manages the operations of the computer. It directs the flow of data between the CPU and other components.</a:t>
            </a:r>
          </a:p>
          <a:p>
            <a:pPr fontAlgn="base">
              <a:spcAft>
                <a:spcPts val="1800"/>
              </a:spcAft>
              <a:buFont typeface="Arial" panose="020B0604020202020204" pitchFamily="34" charset="0"/>
              <a:buChar char="•"/>
            </a:pPr>
            <a:r>
              <a:rPr lang="en-US" sz="1800" b="1" dirty="0">
                <a:solidFill>
                  <a:schemeClr val="tx1"/>
                </a:solidFill>
                <a:latin typeface="Arial" panose="020B0604020202020204" pitchFamily="34" charset="0"/>
                <a:cs typeface="Arial" panose="020B0604020202020204" pitchFamily="34" charset="0"/>
              </a:rPr>
              <a:t>Arithmetic Logic Unit (ALU):</a:t>
            </a:r>
            <a:r>
              <a:rPr lang="en-US" sz="1800" dirty="0">
                <a:solidFill>
                  <a:schemeClr val="tx1"/>
                </a:solidFill>
                <a:latin typeface="Arial" panose="020B0604020202020204" pitchFamily="34" charset="0"/>
                <a:cs typeface="Arial" panose="020B0604020202020204" pitchFamily="34" charset="0"/>
              </a:rPr>
              <a:t> The ALU performs arithmetic and logical operations. It is responsible for calculations and decision-making processes.</a:t>
            </a:r>
          </a:p>
        </p:txBody>
      </p:sp>
    </p:spTree>
    <p:extLst>
      <p:ext uri="{BB962C8B-B14F-4D97-AF65-F5344CB8AC3E}">
        <p14:creationId xmlns:p14="http://schemas.microsoft.com/office/powerpoint/2010/main" val="33583202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ppt_x"/>
                                          </p:val>
                                        </p:tav>
                                        <p:tav tm="100000">
                                          <p:val>
                                            <p:strVal val="#ppt_x"/>
                                          </p:val>
                                        </p:tav>
                                      </p:tavLst>
                                    </p:anim>
                                    <p:anim calcmode="lin" valueType="num">
                                      <p:cBhvr additive="base">
                                        <p:cTn id="8" dur="500" fill="hold"/>
                                        <p:tgtEl>
                                          <p:spTgt spid="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212143-1793-83FD-B923-BD0D0E6C469B}"/>
              </a:ext>
            </a:extLst>
          </p:cNvPr>
          <p:cNvSpPr>
            <a:spLocks noGrp="1"/>
          </p:cNvSpPr>
          <p:nvPr>
            <p:ph type="ctrTitle"/>
          </p:nvPr>
        </p:nvSpPr>
        <p:spPr>
          <a:xfrm>
            <a:off x="-102742" y="195210"/>
            <a:ext cx="6462445" cy="914400"/>
          </a:xfrm>
        </p:spPr>
        <p:txBody>
          <a:bodyPr/>
          <a:lstStyle/>
          <a:p>
            <a:r>
              <a:rPr lang="en-US" dirty="0"/>
              <a:t>Basic CPU structure, illustrating ALU </a:t>
            </a:r>
            <a:br>
              <a:rPr lang="en-US" dirty="0"/>
            </a:br>
            <a:endParaRPr lang="en-IN" dirty="0"/>
          </a:p>
        </p:txBody>
      </p:sp>
      <p:pic>
        <p:nvPicPr>
          <p:cNvPr id="5" name="Picture 4">
            <a:extLst>
              <a:ext uri="{FF2B5EF4-FFF2-40B4-BE49-F238E27FC236}">
                <a16:creationId xmlns:a16="http://schemas.microsoft.com/office/drawing/2014/main" id="{B645FF0B-C84D-9DA1-312E-8824B63C8B72}"/>
              </a:ext>
            </a:extLst>
          </p:cNvPr>
          <p:cNvPicPr>
            <a:picLocks noChangeAspect="1"/>
          </p:cNvPicPr>
          <p:nvPr/>
        </p:nvPicPr>
        <p:blipFill>
          <a:blip r:embed="rId2"/>
          <a:stretch>
            <a:fillRect/>
          </a:stretch>
        </p:blipFill>
        <p:spPr>
          <a:xfrm>
            <a:off x="632717" y="1848250"/>
            <a:ext cx="7878565" cy="3810000"/>
          </a:xfrm>
          <a:prstGeom prst="rect">
            <a:avLst/>
          </a:prstGeom>
        </p:spPr>
      </p:pic>
      <p:sp>
        <p:nvSpPr>
          <p:cNvPr id="9" name="TextBox 8">
            <a:extLst>
              <a:ext uri="{FF2B5EF4-FFF2-40B4-BE49-F238E27FC236}">
                <a16:creationId xmlns:a16="http://schemas.microsoft.com/office/drawing/2014/main" id="{C662C600-CEF7-AE08-1207-595BB2E06E7B}"/>
              </a:ext>
            </a:extLst>
          </p:cNvPr>
          <p:cNvSpPr txBox="1"/>
          <p:nvPr/>
        </p:nvSpPr>
        <p:spPr>
          <a:xfrm>
            <a:off x="632717" y="1199750"/>
            <a:ext cx="7429987" cy="584775"/>
          </a:xfrm>
          <a:prstGeom prst="rect">
            <a:avLst/>
          </a:prstGeom>
          <a:noFill/>
        </p:spPr>
        <p:txBody>
          <a:bodyPr wrap="square">
            <a:spAutoFit/>
          </a:bodyPr>
          <a:lstStyle/>
          <a:p>
            <a:r>
              <a:rPr lang="en-US" sz="1600" b="0" i="0" dirty="0">
                <a:solidFill>
                  <a:srgbClr val="273239"/>
                </a:solidFill>
                <a:effectLst/>
                <a:latin typeface="Arial" panose="020B0604020202020204" pitchFamily="34" charset="0"/>
                <a:cs typeface="Arial" panose="020B0604020202020204" pitchFamily="34" charset="0"/>
              </a:rPr>
              <a:t>In this architecture, both data and instructions are stored in the same memory and share a common bus for communication</a:t>
            </a:r>
            <a:endParaRPr lang="en-IN" sz="16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408056375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barn(inVertical)">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DC4F2B92-CBB4-D3CE-000C-B745C1AA0036}"/>
              </a:ext>
            </a:extLst>
          </p:cNvPr>
          <p:cNvPicPr>
            <a:picLocks noChangeAspect="1"/>
          </p:cNvPicPr>
          <p:nvPr/>
        </p:nvPicPr>
        <p:blipFill>
          <a:blip r:embed="rId2"/>
          <a:stretch>
            <a:fillRect/>
          </a:stretch>
        </p:blipFill>
        <p:spPr>
          <a:xfrm>
            <a:off x="308224" y="1136448"/>
            <a:ext cx="8527551" cy="4811133"/>
          </a:xfrm>
          <a:prstGeom prst="rect">
            <a:avLst/>
          </a:prstGeom>
        </p:spPr>
      </p:pic>
      <p:sp>
        <p:nvSpPr>
          <p:cNvPr id="2" name="TextBox 1">
            <a:extLst>
              <a:ext uri="{FF2B5EF4-FFF2-40B4-BE49-F238E27FC236}">
                <a16:creationId xmlns:a16="http://schemas.microsoft.com/office/drawing/2014/main" id="{F27FB91F-B206-9780-3EA7-6E8073C05F23}"/>
              </a:ext>
            </a:extLst>
          </p:cNvPr>
          <p:cNvSpPr txBox="1"/>
          <p:nvPr/>
        </p:nvSpPr>
        <p:spPr>
          <a:xfrm>
            <a:off x="5110480" y="4572000"/>
            <a:ext cx="1574800" cy="338554"/>
          </a:xfrm>
          <a:prstGeom prst="rect">
            <a:avLst/>
          </a:prstGeom>
          <a:noFill/>
        </p:spPr>
        <p:txBody>
          <a:bodyPr wrap="square" rtlCol="0">
            <a:spAutoFit/>
          </a:bodyPr>
          <a:lstStyle/>
          <a:p>
            <a:r>
              <a:rPr lang="en-IN" sz="1600" b="1" dirty="0">
                <a:solidFill>
                  <a:schemeClr val="bg1"/>
                </a:solidFill>
              </a:rPr>
              <a:t>Address Bus</a:t>
            </a:r>
          </a:p>
        </p:txBody>
      </p:sp>
    </p:spTree>
    <p:extLst>
      <p:ext uri="{BB962C8B-B14F-4D97-AF65-F5344CB8AC3E}">
        <p14:creationId xmlns:p14="http://schemas.microsoft.com/office/powerpoint/2010/main" val="37535814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barn(inVertical)">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1D3EFE-7C18-E221-0B47-BD45050EC42A}"/>
              </a:ext>
            </a:extLst>
          </p:cNvPr>
          <p:cNvSpPr>
            <a:spLocks noGrp="1"/>
          </p:cNvSpPr>
          <p:nvPr>
            <p:ph type="ctrTitle"/>
          </p:nvPr>
        </p:nvSpPr>
        <p:spPr>
          <a:xfrm>
            <a:off x="-164388" y="369871"/>
            <a:ext cx="6462445" cy="914400"/>
          </a:xfrm>
        </p:spPr>
        <p:txBody>
          <a:bodyPr/>
          <a:lstStyle/>
          <a:p>
            <a:r>
              <a:rPr lang="en-US" b="1" dirty="0">
                <a:solidFill>
                  <a:srgbClr val="273239"/>
                </a:solidFill>
                <a:latin typeface="Nunito" pitchFamily="2" charset="0"/>
              </a:rPr>
              <a:t>CPU (Central Processing Unit)</a:t>
            </a:r>
            <a:br>
              <a:rPr lang="en-US" b="1" dirty="0">
                <a:solidFill>
                  <a:srgbClr val="273239"/>
                </a:solidFill>
                <a:latin typeface="Nunito" pitchFamily="2" charset="0"/>
              </a:rPr>
            </a:br>
            <a:endParaRPr lang="en-IN" dirty="0"/>
          </a:p>
        </p:txBody>
      </p:sp>
      <p:sp>
        <p:nvSpPr>
          <p:cNvPr id="5" name="TextBox 4">
            <a:extLst>
              <a:ext uri="{FF2B5EF4-FFF2-40B4-BE49-F238E27FC236}">
                <a16:creationId xmlns:a16="http://schemas.microsoft.com/office/drawing/2014/main" id="{5F485D63-9E99-6878-AB13-A34B4CD3A807}"/>
              </a:ext>
            </a:extLst>
          </p:cNvPr>
          <p:cNvSpPr txBox="1"/>
          <p:nvPr/>
        </p:nvSpPr>
        <p:spPr>
          <a:xfrm>
            <a:off x="113016" y="827071"/>
            <a:ext cx="6033502" cy="5396349"/>
          </a:xfrm>
          <a:prstGeom prst="rect">
            <a:avLst/>
          </a:prstGeom>
          <a:noFill/>
        </p:spPr>
        <p:txBody>
          <a:bodyPr wrap="square">
            <a:spAutoFit/>
          </a:bodyPr>
          <a:lstStyle/>
          <a:p>
            <a:pPr algn="l" rtl="0" fontAlgn="base">
              <a:spcAft>
                <a:spcPts val="750"/>
              </a:spcAft>
              <a:buNone/>
            </a:pPr>
            <a:r>
              <a:rPr lang="en-US" sz="1600" b="0" i="0" dirty="0">
                <a:solidFill>
                  <a:srgbClr val="273239"/>
                </a:solidFill>
                <a:effectLst/>
                <a:latin typeface="Nunito" pitchFamily="2" charset="0"/>
              </a:rPr>
              <a:t>The CPU is the core processing unit that executes instructions. It consists of:</a:t>
            </a:r>
          </a:p>
          <a:p>
            <a:pPr algn="l" fontAlgn="base">
              <a:buFont typeface="Arial" panose="020B0604020202020204" pitchFamily="34" charset="0"/>
              <a:buChar char="•"/>
            </a:pPr>
            <a:r>
              <a:rPr lang="en-US" sz="1800" b="1" i="0" dirty="0">
                <a:solidFill>
                  <a:schemeClr val="tx1"/>
                </a:solidFill>
                <a:effectLst/>
                <a:latin typeface="Nunito" pitchFamily="2" charset="0"/>
              </a:rPr>
              <a:t>ALU (Arithmetic Logic Unit)</a:t>
            </a:r>
            <a:r>
              <a:rPr lang="en-US" sz="1800" b="0" i="0" dirty="0">
                <a:solidFill>
                  <a:schemeClr val="tx1"/>
                </a:solidFill>
                <a:effectLst/>
                <a:latin typeface="Nunito" pitchFamily="2" charset="0"/>
              </a:rPr>
              <a:t>: Performs arithmetic and logical operations (e.g., addition, subtraction, comparisons).</a:t>
            </a:r>
          </a:p>
          <a:p>
            <a:pPr algn="l" fontAlgn="base">
              <a:buFont typeface="Arial" panose="020B0604020202020204" pitchFamily="34" charset="0"/>
              <a:buChar char="•"/>
            </a:pPr>
            <a:r>
              <a:rPr lang="en-US" sz="1800" b="1" i="0" dirty="0">
                <a:solidFill>
                  <a:schemeClr val="tx1"/>
                </a:solidFill>
                <a:effectLst/>
                <a:latin typeface="Nunito" pitchFamily="2" charset="0"/>
              </a:rPr>
              <a:t>PC (Program Counter)</a:t>
            </a:r>
            <a:r>
              <a:rPr lang="en-US" sz="1800" b="0" i="0" dirty="0">
                <a:solidFill>
                  <a:schemeClr val="tx1"/>
                </a:solidFill>
                <a:effectLst/>
                <a:latin typeface="Nunito" pitchFamily="2" charset="0"/>
              </a:rPr>
              <a:t>: Keeps track of the address of the next instruction to be executed.</a:t>
            </a:r>
          </a:p>
          <a:p>
            <a:pPr algn="l" fontAlgn="base">
              <a:buFont typeface="Arial" panose="020B0604020202020204" pitchFamily="34" charset="0"/>
              <a:buChar char="•"/>
            </a:pPr>
            <a:r>
              <a:rPr lang="en-US" sz="1800" b="1" i="0" dirty="0">
                <a:solidFill>
                  <a:schemeClr val="tx1"/>
                </a:solidFill>
                <a:effectLst/>
                <a:latin typeface="Nunito" pitchFamily="2" charset="0"/>
              </a:rPr>
              <a:t>IR (Instruction Register)</a:t>
            </a:r>
            <a:r>
              <a:rPr lang="en-US" sz="1800" b="0" i="0" dirty="0">
                <a:solidFill>
                  <a:schemeClr val="tx1"/>
                </a:solidFill>
                <a:effectLst/>
                <a:latin typeface="Nunito" pitchFamily="2" charset="0"/>
              </a:rPr>
              <a:t>: Holds the current instruction being executed.</a:t>
            </a:r>
          </a:p>
          <a:p>
            <a:pPr algn="l" fontAlgn="base">
              <a:buFont typeface="Arial" panose="020B0604020202020204" pitchFamily="34" charset="0"/>
              <a:buChar char="•"/>
            </a:pPr>
            <a:r>
              <a:rPr lang="en-US" sz="1800" b="1" i="0" dirty="0">
                <a:solidFill>
                  <a:schemeClr val="tx1"/>
                </a:solidFill>
                <a:effectLst/>
                <a:latin typeface="Nunito" pitchFamily="2" charset="0"/>
              </a:rPr>
              <a:t>MAR (Memory Address Register)</a:t>
            </a:r>
            <a:r>
              <a:rPr lang="en-US" sz="1800" b="0" i="0" dirty="0">
                <a:solidFill>
                  <a:schemeClr val="tx1"/>
                </a:solidFill>
                <a:effectLst/>
                <a:latin typeface="Nunito" pitchFamily="2" charset="0"/>
              </a:rPr>
              <a:t>: Stores the address of the memory location being accessed.</a:t>
            </a:r>
          </a:p>
          <a:p>
            <a:pPr algn="l" fontAlgn="base">
              <a:buFont typeface="Arial" panose="020B0604020202020204" pitchFamily="34" charset="0"/>
              <a:buChar char="•"/>
            </a:pPr>
            <a:r>
              <a:rPr lang="en-US" sz="1800" b="1" i="0" dirty="0">
                <a:solidFill>
                  <a:schemeClr val="tx1"/>
                </a:solidFill>
                <a:effectLst/>
                <a:latin typeface="Nunito" pitchFamily="2" charset="0"/>
              </a:rPr>
              <a:t>MDR (Memory Data Register)</a:t>
            </a:r>
            <a:r>
              <a:rPr lang="en-US" sz="1800" b="0" i="0" dirty="0">
                <a:solidFill>
                  <a:schemeClr val="tx1"/>
                </a:solidFill>
                <a:effectLst/>
                <a:latin typeface="Nunito" pitchFamily="2" charset="0"/>
              </a:rPr>
              <a:t>: Temporarily holds data being transferred to or from memory.</a:t>
            </a:r>
          </a:p>
          <a:p>
            <a:pPr algn="l" fontAlgn="base">
              <a:buFont typeface="Arial" panose="020B0604020202020204" pitchFamily="34" charset="0"/>
              <a:buChar char="•"/>
            </a:pPr>
            <a:r>
              <a:rPr lang="en-US" sz="1800" b="1" i="0" dirty="0">
                <a:solidFill>
                  <a:schemeClr val="tx1"/>
                </a:solidFill>
                <a:effectLst/>
                <a:latin typeface="Nunito" pitchFamily="2" charset="0"/>
              </a:rPr>
              <a:t>CU (Control Unit)</a:t>
            </a:r>
            <a:r>
              <a:rPr lang="en-US" sz="1800" b="0" i="0" dirty="0">
                <a:solidFill>
                  <a:schemeClr val="tx1"/>
                </a:solidFill>
                <a:effectLst/>
                <a:latin typeface="Nunito" pitchFamily="2" charset="0"/>
              </a:rPr>
              <a:t>: Coordinates the activities of the CPU, managing the flow of data and instructions.</a:t>
            </a:r>
          </a:p>
          <a:p>
            <a:pPr algn="l" fontAlgn="base">
              <a:buFont typeface="Arial" panose="020B0604020202020204" pitchFamily="34" charset="0"/>
              <a:buChar char="•"/>
            </a:pPr>
            <a:r>
              <a:rPr lang="en-US" sz="1800" b="1" i="0" dirty="0">
                <a:solidFill>
                  <a:schemeClr val="tx1"/>
                </a:solidFill>
                <a:effectLst/>
                <a:latin typeface="Nunito" pitchFamily="2" charset="0"/>
              </a:rPr>
              <a:t>Accumulator</a:t>
            </a:r>
            <a:r>
              <a:rPr lang="en-US" sz="1800" b="0" i="0" dirty="0">
                <a:solidFill>
                  <a:schemeClr val="tx1"/>
                </a:solidFill>
                <a:effectLst/>
                <a:latin typeface="Nunito" pitchFamily="2" charset="0"/>
              </a:rPr>
              <a:t>: A register that stores intermediate results of arithmetic and logic operations.</a:t>
            </a:r>
          </a:p>
          <a:p>
            <a:pPr algn="l" fontAlgn="base">
              <a:buFont typeface="Arial" panose="020B0604020202020204" pitchFamily="34" charset="0"/>
              <a:buChar char="•"/>
            </a:pPr>
            <a:r>
              <a:rPr lang="en-US" sz="1800" b="1" i="0" dirty="0">
                <a:solidFill>
                  <a:schemeClr val="tx1"/>
                </a:solidFill>
                <a:effectLst/>
                <a:latin typeface="Nunito" pitchFamily="2" charset="0"/>
              </a:rPr>
              <a:t>General Purpose Registers</a:t>
            </a:r>
            <a:r>
              <a:rPr lang="en-US" sz="1800" b="0" i="0" dirty="0">
                <a:solidFill>
                  <a:schemeClr val="tx1"/>
                </a:solidFill>
                <a:effectLst/>
                <a:latin typeface="Nunito" pitchFamily="2" charset="0"/>
              </a:rPr>
              <a:t>: Used for temporary storage of data during processing.</a:t>
            </a:r>
          </a:p>
        </p:txBody>
      </p:sp>
      <p:pic>
        <p:nvPicPr>
          <p:cNvPr id="9" name="Picture 8">
            <a:extLst>
              <a:ext uri="{FF2B5EF4-FFF2-40B4-BE49-F238E27FC236}">
                <a16:creationId xmlns:a16="http://schemas.microsoft.com/office/drawing/2014/main" id="{00EDD33E-4EBB-99D7-FE6E-0C0140F9CF4E}"/>
              </a:ext>
            </a:extLst>
          </p:cNvPr>
          <p:cNvPicPr>
            <a:picLocks noChangeAspect="1"/>
          </p:cNvPicPr>
          <p:nvPr/>
        </p:nvPicPr>
        <p:blipFill>
          <a:blip r:embed="rId2"/>
          <a:stretch>
            <a:fillRect/>
          </a:stretch>
        </p:blipFill>
        <p:spPr>
          <a:xfrm>
            <a:off x="6146518" y="1489753"/>
            <a:ext cx="2553056" cy="3256908"/>
          </a:xfrm>
          <a:prstGeom prst="rect">
            <a:avLst/>
          </a:prstGeom>
        </p:spPr>
      </p:pic>
    </p:spTree>
    <p:extLst>
      <p:ext uri="{BB962C8B-B14F-4D97-AF65-F5344CB8AC3E}">
        <p14:creationId xmlns:p14="http://schemas.microsoft.com/office/powerpoint/2010/main" val="45198433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additive="base">
                                        <p:cTn id="7" dur="500" fill="hold"/>
                                        <p:tgtEl>
                                          <p:spTgt spid="9"/>
                                        </p:tgtEl>
                                        <p:attrNameLst>
                                          <p:attrName>ppt_x</p:attrName>
                                        </p:attrNameLst>
                                      </p:cBhvr>
                                      <p:tavLst>
                                        <p:tav tm="0">
                                          <p:val>
                                            <p:strVal val="#ppt_x"/>
                                          </p:val>
                                        </p:tav>
                                        <p:tav tm="100000">
                                          <p:val>
                                            <p:strVal val="#ppt_x"/>
                                          </p:val>
                                        </p:tav>
                                      </p:tavLst>
                                    </p:anim>
                                    <p:anim calcmode="lin" valueType="num">
                                      <p:cBhvr additive="base">
                                        <p:cTn id="8" dur="500" fill="hold"/>
                                        <p:tgtEl>
                                          <p:spTgt spid="9"/>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5">
                                            <p:txEl>
                                              <p:pRg st="0" end="0"/>
                                            </p:txEl>
                                          </p:spTgt>
                                        </p:tgtEl>
                                        <p:attrNameLst>
                                          <p:attrName>style.visibility</p:attrName>
                                        </p:attrNameLst>
                                      </p:cBhvr>
                                      <p:to>
                                        <p:strVal val="visible"/>
                                      </p:to>
                                    </p:set>
                                    <p:anim calcmode="lin" valueType="num">
                                      <p:cBhvr additive="base">
                                        <p:cTn id="13" dur="500" fill="hold"/>
                                        <p:tgtEl>
                                          <p:spTgt spid="5">
                                            <p:txEl>
                                              <p:pRg st="0" end="0"/>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5">
                                            <p:txEl>
                                              <p:pRg st="0" end="0"/>
                                            </p:txEl>
                                          </p:spTgt>
                                        </p:tgtEl>
                                        <p:attrNameLst>
                                          <p:attrName>ppt_y</p:attrName>
                                        </p:attrNameLst>
                                      </p:cBhvr>
                                      <p:tavLst>
                                        <p:tav tm="0">
                                          <p:val>
                                            <p:strVal val="1+#ppt_h/2"/>
                                          </p:val>
                                        </p:tav>
                                        <p:tav tm="100000">
                                          <p:val>
                                            <p:strVal val="#ppt_y"/>
                                          </p:val>
                                        </p:tav>
                                      </p:tavLst>
                                    </p:anim>
                                  </p:childTnLst>
                                </p:cTn>
                              </p:par>
                              <p:par>
                                <p:cTn id="15" presetID="2" presetClass="entr" presetSubtype="4" fill="hold" nodeType="withEffect">
                                  <p:stCondLst>
                                    <p:cond delay="0"/>
                                  </p:stCondLst>
                                  <p:childTnLst>
                                    <p:set>
                                      <p:cBhvr>
                                        <p:cTn id="16" dur="1" fill="hold">
                                          <p:stCondLst>
                                            <p:cond delay="0"/>
                                          </p:stCondLst>
                                        </p:cTn>
                                        <p:tgtEl>
                                          <p:spTgt spid="5">
                                            <p:txEl>
                                              <p:pRg st="1" end="1"/>
                                            </p:txEl>
                                          </p:spTgt>
                                        </p:tgtEl>
                                        <p:attrNameLst>
                                          <p:attrName>style.visibility</p:attrName>
                                        </p:attrNameLst>
                                      </p:cBhvr>
                                      <p:to>
                                        <p:strVal val="visible"/>
                                      </p:to>
                                    </p:set>
                                    <p:anim calcmode="lin" valueType="num">
                                      <p:cBhvr additive="base">
                                        <p:cTn id="17" dur="500" fill="hold"/>
                                        <p:tgtEl>
                                          <p:spTgt spid="5">
                                            <p:txEl>
                                              <p:pRg st="1" end="1"/>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5">
                                            <p:txEl>
                                              <p:pRg st="1" end="1"/>
                                            </p:txEl>
                                          </p:spTgt>
                                        </p:tgtEl>
                                        <p:attrNameLst>
                                          <p:attrName>ppt_y</p:attrName>
                                        </p:attrNameLst>
                                      </p:cBhvr>
                                      <p:tavLst>
                                        <p:tav tm="0">
                                          <p:val>
                                            <p:strVal val="1+#ppt_h/2"/>
                                          </p:val>
                                        </p:tav>
                                        <p:tav tm="100000">
                                          <p:val>
                                            <p:strVal val="#ppt_y"/>
                                          </p:val>
                                        </p:tav>
                                      </p:tavLst>
                                    </p:anim>
                                  </p:childTnLst>
                                </p:cTn>
                              </p:par>
                              <p:par>
                                <p:cTn id="19" presetID="2" presetClass="entr" presetSubtype="4" fill="hold" nodeType="withEffect">
                                  <p:stCondLst>
                                    <p:cond delay="0"/>
                                  </p:stCondLst>
                                  <p:childTnLst>
                                    <p:set>
                                      <p:cBhvr>
                                        <p:cTn id="20" dur="1" fill="hold">
                                          <p:stCondLst>
                                            <p:cond delay="0"/>
                                          </p:stCondLst>
                                        </p:cTn>
                                        <p:tgtEl>
                                          <p:spTgt spid="5">
                                            <p:txEl>
                                              <p:pRg st="2" end="2"/>
                                            </p:txEl>
                                          </p:spTgt>
                                        </p:tgtEl>
                                        <p:attrNameLst>
                                          <p:attrName>style.visibility</p:attrName>
                                        </p:attrNameLst>
                                      </p:cBhvr>
                                      <p:to>
                                        <p:strVal val="visible"/>
                                      </p:to>
                                    </p:set>
                                    <p:anim calcmode="lin" valueType="num">
                                      <p:cBhvr additive="base">
                                        <p:cTn id="21" dur="500" fill="hold"/>
                                        <p:tgtEl>
                                          <p:spTgt spid="5">
                                            <p:txEl>
                                              <p:pRg st="2" end="2"/>
                                            </p:txEl>
                                          </p:spTgt>
                                        </p:tgtEl>
                                        <p:attrNameLst>
                                          <p:attrName>ppt_x</p:attrName>
                                        </p:attrNameLst>
                                      </p:cBhvr>
                                      <p:tavLst>
                                        <p:tav tm="0">
                                          <p:val>
                                            <p:strVal val="#ppt_x"/>
                                          </p:val>
                                        </p:tav>
                                        <p:tav tm="100000">
                                          <p:val>
                                            <p:strVal val="#ppt_x"/>
                                          </p:val>
                                        </p:tav>
                                      </p:tavLst>
                                    </p:anim>
                                    <p:anim calcmode="lin" valueType="num">
                                      <p:cBhvr additive="base">
                                        <p:cTn id="22" dur="500" fill="hold"/>
                                        <p:tgtEl>
                                          <p:spTgt spid="5">
                                            <p:txEl>
                                              <p:pRg st="2" end="2"/>
                                            </p:txEl>
                                          </p:spTgt>
                                        </p:tgtEl>
                                        <p:attrNameLst>
                                          <p:attrName>ppt_y</p:attrName>
                                        </p:attrNameLst>
                                      </p:cBhvr>
                                      <p:tavLst>
                                        <p:tav tm="0">
                                          <p:val>
                                            <p:strVal val="1+#ppt_h/2"/>
                                          </p:val>
                                        </p:tav>
                                        <p:tav tm="100000">
                                          <p:val>
                                            <p:strVal val="#ppt_y"/>
                                          </p:val>
                                        </p:tav>
                                      </p:tavLst>
                                    </p:anim>
                                  </p:childTnLst>
                                </p:cTn>
                              </p:par>
                              <p:par>
                                <p:cTn id="23" presetID="2" presetClass="entr" presetSubtype="4" fill="hold" nodeType="withEffect">
                                  <p:stCondLst>
                                    <p:cond delay="0"/>
                                  </p:stCondLst>
                                  <p:childTnLst>
                                    <p:set>
                                      <p:cBhvr>
                                        <p:cTn id="24" dur="1" fill="hold">
                                          <p:stCondLst>
                                            <p:cond delay="0"/>
                                          </p:stCondLst>
                                        </p:cTn>
                                        <p:tgtEl>
                                          <p:spTgt spid="5">
                                            <p:txEl>
                                              <p:pRg st="3" end="3"/>
                                            </p:txEl>
                                          </p:spTgt>
                                        </p:tgtEl>
                                        <p:attrNameLst>
                                          <p:attrName>style.visibility</p:attrName>
                                        </p:attrNameLst>
                                      </p:cBhvr>
                                      <p:to>
                                        <p:strVal val="visible"/>
                                      </p:to>
                                    </p:set>
                                    <p:anim calcmode="lin" valueType="num">
                                      <p:cBhvr additive="base">
                                        <p:cTn id="25" dur="500" fill="hold"/>
                                        <p:tgtEl>
                                          <p:spTgt spid="5">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5">
                                            <p:txEl>
                                              <p:pRg st="3" end="3"/>
                                            </p:txEl>
                                          </p:spTgt>
                                        </p:tgtEl>
                                        <p:attrNameLst>
                                          <p:attrName>ppt_y</p:attrName>
                                        </p:attrNameLst>
                                      </p:cBhvr>
                                      <p:tavLst>
                                        <p:tav tm="0">
                                          <p:val>
                                            <p:strVal val="1+#ppt_h/2"/>
                                          </p:val>
                                        </p:tav>
                                        <p:tav tm="100000">
                                          <p:val>
                                            <p:strVal val="#ppt_y"/>
                                          </p:val>
                                        </p:tav>
                                      </p:tavLst>
                                    </p:anim>
                                  </p:childTnLst>
                                </p:cTn>
                              </p:par>
                              <p:par>
                                <p:cTn id="27" presetID="2" presetClass="entr" presetSubtype="4" fill="hold" nodeType="withEffect">
                                  <p:stCondLst>
                                    <p:cond delay="0"/>
                                  </p:stCondLst>
                                  <p:childTnLst>
                                    <p:set>
                                      <p:cBhvr>
                                        <p:cTn id="28" dur="1" fill="hold">
                                          <p:stCondLst>
                                            <p:cond delay="0"/>
                                          </p:stCondLst>
                                        </p:cTn>
                                        <p:tgtEl>
                                          <p:spTgt spid="5">
                                            <p:txEl>
                                              <p:pRg st="4" end="4"/>
                                            </p:txEl>
                                          </p:spTgt>
                                        </p:tgtEl>
                                        <p:attrNameLst>
                                          <p:attrName>style.visibility</p:attrName>
                                        </p:attrNameLst>
                                      </p:cBhvr>
                                      <p:to>
                                        <p:strVal val="visible"/>
                                      </p:to>
                                    </p:set>
                                    <p:anim calcmode="lin" valueType="num">
                                      <p:cBhvr additive="base">
                                        <p:cTn id="29" dur="500" fill="hold"/>
                                        <p:tgtEl>
                                          <p:spTgt spid="5">
                                            <p:txEl>
                                              <p:pRg st="4" end="4"/>
                                            </p:txEl>
                                          </p:spTgt>
                                        </p:tgtEl>
                                        <p:attrNameLst>
                                          <p:attrName>ppt_x</p:attrName>
                                        </p:attrNameLst>
                                      </p:cBhvr>
                                      <p:tavLst>
                                        <p:tav tm="0">
                                          <p:val>
                                            <p:strVal val="#ppt_x"/>
                                          </p:val>
                                        </p:tav>
                                        <p:tav tm="100000">
                                          <p:val>
                                            <p:strVal val="#ppt_x"/>
                                          </p:val>
                                        </p:tav>
                                      </p:tavLst>
                                    </p:anim>
                                    <p:anim calcmode="lin" valueType="num">
                                      <p:cBhvr additive="base">
                                        <p:cTn id="30" dur="500" fill="hold"/>
                                        <p:tgtEl>
                                          <p:spTgt spid="5">
                                            <p:txEl>
                                              <p:pRg st="4" end="4"/>
                                            </p:txEl>
                                          </p:spTgt>
                                        </p:tgtEl>
                                        <p:attrNameLst>
                                          <p:attrName>ppt_y</p:attrName>
                                        </p:attrNameLst>
                                      </p:cBhvr>
                                      <p:tavLst>
                                        <p:tav tm="0">
                                          <p:val>
                                            <p:strVal val="1+#ppt_h/2"/>
                                          </p:val>
                                        </p:tav>
                                        <p:tav tm="100000">
                                          <p:val>
                                            <p:strVal val="#ppt_y"/>
                                          </p:val>
                                        </p:tav>
                                      </p:tavLst>
                                    </p:anim>
                                  </p:childTnLst>
                                </p:cTn>
                              </p:par>
                              <p:par>
                                <p:cTn id="31" presetID="2" presetClass="entr" presetSubtype="4" fill="hold" nodeType="withEffect">
                                  <p:stCondLst>
                                    <p:cond delay="0"/>
                                  </p:stCondLst>
                                  <p:childTnLst>
                                    <p:set>
                                      <p:cBhvr>
                                        <p:cTn id="32" dur="1" fill="hold">
                                          <p:stCondLst>
                                            <p:cond delay="0"/>
                                          </p:stCondLst>
                                        </p:cTn>
                                        <p:tgtEl>
                                          <p:spTgt spid="5">
                                            <p:txEl>
                                              <p:pRg st="5" end="5"/>
                                            </p:txEl>
                                          </p:spTgt>
                                        </p:tgtEl>
                                        <p:attrNameLst>
                                          <p:attrName>style.visibility</p:attrName>
                                        </p:attrNameLst>
                                      </p:cBhvr>
                                      <p:to>
                                        <p:strVal val="visible"/>
                                      </p:to>
                                    </p:set>
                                    <p:anim calcmode="lin" valueType="num">
                                      <p:cBhvr additive="base">
                                        <p:cTn id="33" dur="500" fill="hold"/>
                                        <p:tgtEl>
                                          <p:spTgt spid="5">
                                            <p:txEl>
                                              <p:pRg st="5" end="5"/>
                                            </p:txEl>
                                          </p:spTgt>
                                        </p:tgtEl>
                                        <p:attrNameLst>
                                          <p:attrName>ppt_x</p:attrName>
                                        </p:attrNameLst>
                                      </p:cBhvr>
                                      <p:tavLst>
                                        <p:tav tm="0">
                                          <p:val>
                                            <p:strVal val="#ppt_x"/>
                                          </p:val>
                                        </p:tav>
                                        <p:tav tm="100000">
                                          <p:val>
                                            <p:strVal val="#ppt_x"/>
                                          </p:val>
                                        </p:tav>
                                      </p:tavLst>
                                    </p:anim>
                                    <p:anim calcmode="lin" valueType="num">
                                      <p:cBhvr additive="base">
                                        <p:cTn id="34" dur="500" fill="hold"/>
                                        <p:tgtEl>
                                          <p:spTgt spid="5">
                                            <p:txEl>
                                              <p:pRg st="5" end="5"/>
                                            </p:txEl>
                                          </p:spTgt>
                                        </p:tgtEl>
                                        <p:attrNameLst>
                                          <p:attrName>ppt_y</p:attrName>
                                        </p:attrNameLst>
                                      </p:cBhvr>
                                      <p:tavLst>
                                        <p:tav tm="0">
                                          <p:val>
                                            <p:strVal val="1+#ppt_h/2"/>
                                          </p:val>
                                        </p:tav>
                                        <p:tav tm="100000">
                                          <p:val>
                                            <p:strVal val="#ppt_y"/>
                                          </p:val>
                                        </p:tav>
                                      </p:tavLst>
                                    </p:anim>
                                  </p:childTnLst>
                                </p:cTn>
                              </p:par>
                              <p:par>
                                <p:cTn id="35" presetID="2" presetClass="entr" presetSubtype="4" fill="hold" nodeType="withEffect">
                                  <p:stCondLst>
                                    <p:cond delay="0"/>
                                  </p:stCondLst>
                                  <p:childTnLst>
                                    <p:set>
                                      <p:cBhvr>
                                        <p:cTn id="36" dur="1" fill="hold">
                                          <p:stCondLst>
                                            <p:cond delay="0"/>
                                          </p:stCondLst>
                                        </p:cTn>
                                        <p:tgtEl>
                                          <p:spTgt spid="5">
                                            <p:txEl>
                                              <p:pRg st="6" end="6"/>
                                            </p:txEl>
                                          </p:spTgt>
                                        </p:tgtEl>
                                        <p:attrNameLst>
                                          <p:attrName>style.visibility</p:attrName>
                                        </p:attrNameLst>
                                      </p:cBhvr>
                                      <p:to>
                                        <p:strVal val="visible"/>
                                      </p:to>
                                    </p:set>
                                    <p:anim calcmode="lin" valueType="num">
                                      <p:cBhvr additive="base">
                                        <p:cTn id="37" dur="500" fill="hold"/>
                                        <p:tgtEl>
                                          <p:spTgt spid="5">
                                            <p:txEl>
                                              <p:pRg st="6" end="6"/>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5">
                                            <p:txEl>
                                              <p:pRg st="6" end="6"/>
                                            </p:txEl>
                                          </p:spTgt>
                                        </p:tgtEl>
                                        <p:attrNameLst>
                                          <p:attrName>ppt_y</p:attrName>
                                        </p:attrNameLst>
                                      </p:cBhvr>
                                      <p:tavLst>
                                        <p:tav tm="0">
                                          <p:val>
                                            <p:strVal val="1+#ppt_h/2"/>
                                          </p:val>
                                        </p:tav>
                                        <p:tav tm="100000">
                                          <p:val>
                                            <p:strVal val="#ppt_y"/>
                                          </p:val>
                                        </p:tav>
                                      </p:tavLst>
                                    </p:anim>
                                  </p:childTnLst>
                                </p:cTn>
                              </p:par>
                              <p:par>
                                <p:cTn id="39" presetID="2" presetClass="entr" presetSubtype="4" fill="hold" nodeType="withEffect">
                                  <p:stCondLst>
                                    <p:cond delay="0"/>
                                  </p:stCondLst>
                                  <p:childTnLst>
                                    <p:set>
                                      <p:cBhvr>
                                        <p:cTn id="40" dur="1" fill="hold">
                                          <p:stCondLst>
                                            <p:cond delay="0"/>
                                          </p:stCondLst>
                                        </p:cTn>
                                        <p:tgtEl>
                                          <p:spTgt spid="5">
                                            <p:txEl>
                                              <p:pRg st="7" end="7"/>
                                            </p:txEl>
                                          </p:spTgt>
                                        </p:tgtEl>
                                        <p:attrNameLst>
                                          <p:attrName>style.visibility</p:attrName>
                                        </p:attrNameLst>
                                      </p:cBhvr>
                                      <p:to>
                                        <p:strVal val="visible"/>
                                      </p:to>
                                    </p:set>
                                    <p:anim calcmode="lin" valueType="num">
                                      <p:cBhvr additive="base">
                                        <p:cTn id="41" dur="500" fill="hold"/>
                                        <p:tgtEl>
                                          <p:spTgt spid="5">
                                            <p:txEl>
                                              <p:pRg st="7" end="7"/>
                                            </p:txEl>
                                          </p:spTgt>
                                        </p:tgtEl>
                                        <p:attrNameLst>
                                          <p:attrName>ppt_x</p:attrName>
                                        </p:attrNameLst>
                                      </p:cBhvr>
                                      <p:tavLst>
                                        <p:tav tm="0">
                                          <p:val>
                                            <p:strVal val="#ppt_x"/>
                                          </p:val>
                                        </p:tav>
                                        <p:tav tm="100000">
                                          <p:val>
                                            <p:strVal val="#ppt_x"/>
                                          </p:val>
                                        </p:tav>
                                      </p:tavLst>
                                    </p:anim>
                                    <p:anim calcmode="lin" valueType="num">
                                      <p:cBhvr additive="base">
                                        <p:cTn id="42" dur="500" fill="hold"/>
                                        <p:tgtEl>
                                          <p:spTgt spid="5">
                                            <p:txEl>
                                              <p:pRg st="7" end="7"/>
                                            </p:txEl>
                                          </p:spTgt>
                                        </p:tgtEl>
                                        <p:attrNameLst>
                                          <p:attrName>ppt_y</p:attrName>
                                        </p:attrNameLst>
                                      </p:cBhvr>
                                      <p:tavLst>
                                        <p:tav tm="0">
                                          <p:val>
                                            <p:strVal val="1+#ppt_h/2"/>
                                          </p:val>
                                        </p:tav>
                                        <p:tav tm="100000">
                                          <p:val>
                                            <p:strVal val="#ppt_y"/>
                                          </p:val>
                                        </p:tav>
                                      </p:tavLst>
                                    </p:anim>
                                  </p:childTnLst>
                                </p:cTn>
                              </p:par>
                              <p:par>
                                <p:cTn id="43" presetID="2" presetClass="entr" presetSubtype="4" fill="hold" nodeType="withEffect">
                                  <p:stCondLst>
                                    <p:cond delay="0"/>
                                  </p:stCondLst>
                                  <p:childTnLst>
                                    <p:set>
                                      <p:cBhvr>
                                        <p:cTn id="44" dur="1" fill="hold">
                                          <p:stCondLst>
                                            <p:cond delay="0"/>
                                          </p:stCondLst>
                                        </p:cTn>
                                        <p:tgtEl>
                                          <p:spTgt spid="5">
                                            <p:txEl>
                                              <p:pRg st="8" end="8"/>
                                            </p:txEl>
                                          </p:spTgt>
                                        </p:tgtEl>
                                        <p:attrNameLst>
                                          <p:attrName>style.visibility</p:attrName>
                                        </p:attrNameLst>
                                      </p:cBhvr>
                                      <p:to>
                                        <p:strVal val="visible"/>
                                      </p:to>
                                    </p:set>
                                    <p:anim calcmode="lin" valueType="num">
                                      <p:cBhvr additive="base">
                                        <p:cTn id="45" dur="500" fill="hold"/>
                                        <p:tgtEl>
                                          <p:spTgt spid="5">
                                            <p:txEl>
                                              <p:pRg st="8" end="8"/>
                                            </p:txEl>
                                          </p:spTgt>
                                        </p:tgtEl>
                                        <p:attrNameLst>
                                          <p:attrName>ppt_x</p:attrName>
                                        </p:attrNameLst>
                                      </p:cBhvr>
                                      <p:tavLst>
                                        <p:tav tm="0">
                                          <p:val>
                                            <p:strVal val="#ppt_x"/>
                                          </p:val>
                                        </p:tav>
                                        <p:tav tm="100000">
                                          <p:val>
                                            <p:strVal val="#ppt_x"/>
                                          </p:val>
                                        </p:tav>
                                      </p:tavLst>
                                    </p:anim>
                                    <p:anim calcmode="lin" valueType="num">
                                      <p:cBhvr additive="base">
                                        <p:cTn id="46" dur="500" fill="hold"/>
                                        <p:tgtEl>
                                          <p:spTgt spid="5">
                                            <p:txEl>
                                              <p:pRg st="8" end="8"/>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8ADB13-D876-D80B-CCEA-91086A1E5348}"/>
              </a:ext>
            </a:extLst>
          </p:cNvPr>
          <p:cNvSpPr>
            <a:spLocks noGrp="1"/>
          </p:cNvSpPr>
          <p:nvPr>
            <p:ph type="ctrTitle"/>
          </p:nvPr>
        </p:nvSpPr>
        <p:spPr/>
        <p:txBody>
          <a:bodyPr/>
          <a:lstStyle/>
          <a:p>
            <a:r>
              <a:rPr lang="en-US" altLang="en-US" dirty="0">
                <a:solidFill>
                  <a:schemeClr val="tx1"/>
                </a:solidFill>
              </a:rPr>
              <a:t>The von Neumann Model</a:t>
            </a:r>
            <a:endParaRPr lang="en-IN" dirty="0"/>
          </a:p>
        </p:txBody>
      </p:sp>
      <p:pic>
        <p:nvPicPr>
          <p:cNvPr id="5" name="Picture 4" descr="ALU">
            <a:extLst>
              <a:ext uri="{FF2B5EF4-FFF2-40B4-BE49-F238E27FC236}">
                <a16:creationId xmlns:a16="http://schemas.microsoft.com/office/drawing/2014/main" id="{33A0AA1D-0A96-E9D9-1199-94056729718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352800" y="1219200"/>
            <a:ext cx="5486400" cy="4724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Rectangle 3">
            <a:extLst>
              <a:ext uri="{FF2B5EF4-FFF2-40B4-BE49-F238E27FC236}">
                <a16:creationId xmlns:a16="http://schemas.microsoft.com/office/drawing/2014/main" id="{24A4356C-FE2C-500B-6D94-3E20EDB3FACF}"/>
              </a:ext>
            </a:extLst>
          </p:cNvPr>
          <p:cNvSpPr txBox="1">
            <a:spLocks noChangeArrowheads="1"/>
          </p:cNvSpPr>
          <p:nvPr/>
        </p:nvSpPr>
        <p:spPr bwMode="auto">
          <a:xfrm>
            <a:off x="381000" y="1295400"/>
            <a:ext cx="2971800" cy="38052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har char="•"/>
              <a:defRPr sz="2800">
                <a:solidFill>
                  <a:srgbClr val="304878"/>
                </a:solidFill>
                <a:latin typeface="+mn-lt"/>
                <a:ea typeface="+mn-ea"/>
                <a:cs typeface="+mn-cs"/>
              </a:defRPr>
            </a:lvl1pPr>
            <a:lvl2pPr marL="742950" indent="-285750" algn="l" rtl="0" eaLnBrk="0" fontAlgn="base" hangingPunct="0">
              <a:spcBef>
                <a:spcPct val="20000"/>
              </a:spcBef>
              <a:spcAft>
                <a:spcPct val="0"/>
              </a:spcAft>
              <a:buChar char="–"/>
              <a:defRPr sz="2400">
                <a:solidFill>
                  <a:srgbClr val="304878"/>
                </a:solidFill>
                <a:latin typeface="+mn-lt"/>
              </a:defRPr>
            </a:lvl2pPr>
            <a:lvl3pPr marL="1143000" indent="-228600" algn="l" rtl="0" eaLnBrk="0" fontAlgn="base" hangingPunct="0">
              <a:spcBef>
                <a:spcPct val="20000"/>
              </a:spcBef>
              <a:spcAft>
                <a:spcPct val="0"/>
              </a:spcAft>
              <a:buChar char="•"/>
              <a:defRPr sz="2000">
                <a:solidFill>
                  <a:srgbClr val="304878"/>
                </a:solidFill>
                <a:latin typeface="+mn-lt"/>
              </a:defRPr>
            </a:lvl3pPr>
            <a:lvl4pPr marL="1600200" indent="-228600" algn="l" rtl="0" eaLnBrk="0" fontAlgn="base" hangingPunct="0">
              <a:spcBef>
                <a:spcPct val="20000"/>
              </a:spcBef>
              <a:spcAft>
                <a:spcPct val="0"/>
              </a:spcAft>
              <a:buChar char="–"/>
              <a:defRPr sz="1800">
                <a:solidFill>
                  <a:srgbClr val="304878"/>
                </a:solidFill>
                <a:latin typeface="+mn-lt"/>
              </a:defRPr>
            </a:lvl4pPr>
            <a:lvl5pPr marL="2057400" indent="-228600" algn="l" rtl="0" eaLnBrk="0" fontAlgn="base" hangingPunct="0">
              <a:spcBef>
                <a:spcPct val="20000"/>
              </a:spcBef>
              <a:spcAft>
                <a:spcPct val="0"/>
              </a:spcAft>
              <a:buChar char="»"/>
              <a:defRPr sz="1800">
                <a:solidFill>
                  <a:srgbClr val="304878"/>
                </a:solidFill>
                <a:latin typeface="+mn-lt"/>
              </a:defRPr>
            </a:lvl5pPr>
            <a:lvl6pPr marL="2514600" indent="-228600" algn="l" rtl="0" eaLnBrk="0" fontAlgn="base" hangingPunct="0">
              <a:spcBef>
                <a:spcPct val="20000"/>
              </a:spcBef>
              <a:spcAft>
                <a:spcPct val="0"/>
              </a:spcAft>
              <a:buChar char="»"/>
              <a:defRPr sz="1800">
                <a:solidFill>
                  <a:srgbClr val="304878"/>
                </a:solidFill>
                <a:latin typeface="+mn-lt"/>
              </a:defRPr>
            </a:lvl6pPr>
            <a:lvl7pPr marL="2971800" indent="-228600" algn="l" rtl="0" eaLnBrk="0" fontAlgn="base" hangingPunct="0">
              <a:spcBef>
                <a:spcPct val="20000"/>
              </a:spcBef>
              <a:spcAft>
                <a:spcPct val="0"/>
              </a:spcAft>
              <a:buChar char="»"/>
              <a:defRPr sz="1800">
                <a:solidFill>
                  <a:srgbClr val="304878"/>
                </a:solidFill>
                <a:latin typeface="+mn-lt"/>
              </a:defRPr>
            </a:lvl7pPr>
            <a:lvl8pPr marL="3429000" indent="-228600" algn="l" rtl="0" eaLnBrk="0" fontAlgn="base" hangingPunct="0">
              <a:spcBef>
                <a:spcPct val="20000"/>
              </a:spcBef>
              <a:spcAft>
                <a:spcPct val="0"/>
              </a:spcAft>
              <a:buChar char="»"/>
              <a:defRPr sz="1800">
                <a:solidFill>
                  <a:srgbClr val="304878"/>
                </a:solidFill>
                <a:latin typeface="+mn-lt"/>
              </a:defRPr>
            </a:lvl8pPr>
            <a:lvl9pPr marL="3886200" indent="-228600" algn="l" rtl="0" eaLnBrk="0" fontAlgn="base" hangingPunct="0">
              <a:spcBef>
                <a:spcPct val="20000"/>
              </a:spcBef>
              <a:spcAft>
                <a:spcPct val="0"/>
              </a:spcAft>
              <a:buChar char="»"/>
              <a:defRPr sz="1800">
                <a:solidFill>
                  <a:srgbClr val="304878"/>
                </a:solidFill>
                <a:latin typeface="+mn-lt"/>
              </a:defRPr>
            </a:lvl9pPr>
          </a:lstStyle>
          <a:p>
            <a:pPr marL="342900" marR="0" lvl="0" indent="-342900" algn="l" defTabSz="914400" rtl="0" eaLnBrk="0" fontAlgn="base" latinLnBrk="0" hangingPunct="0">
              <a:lnSpc>
                <a:spcPct val="90000"/>
              </a:lnSpc>
              <a:spcBef>
                <a:spcPct val="15000"/>
              </a:spcBef>
              <a:spcAft>
                <a:spcPct val="0"/>
              </a:spcAft>
              <a:buClrTx/>
              <a:buSzTx/>
              <a:buFontTx/>
              <a:buChar char="•"/>
              <a:tabLst/>
              <a:defRPr/>
            </a:pPr>
            <a:r>
              <a:rPr kumimoji="0" lang="en-US" altLang="en-US" sz="2200" b="1" i="0" u="none" strike="noStrike" kern="0" cap="none" spc="0" normalizeH="0" baseline="0" noProof="0" dirty="0">
                <a:ln>
                  <a:noFill/>
                </a:ln>
                <a:solidFill>
                  <a:srgbClr val="000000"/>
                </a:solidFill>
                <a:effectLst/>
                <a:uLnTx/>
                <a:uFillTx/>
                <a:latin typeface="Arial"/>
                <a:ea typeface="+mn-ea"/>
                <a:cs typeface="+mn-cs"/>
              </a:rPr>
              <a:t>This is a general depiction of a von Neumann system:</a:t>
            </a:r>
          </a:p>
          <a:p>
            <a:pPr marL="342900" marR="0" lvl="0" indent="-342900" algn="l" defTabSz="914400" rtl="0" eaLnBrk="0" fontAlgn="base" latinLnBrk="0" hangingPunct="0">
              <a:lnSpc>
                <a:spcPct val="90000"/>
              </a:lnSpc>
              <a:spcBef>
                <a:spcPct val="15000"/>
              </a:spcBef>
              <a:spcAft>
                <a:spcPct val="0"/>
              </a:spcAft>
              <a:buClrTx/>
              <a:buSzTx/>
              <a:buFontTx/>
              <a:buChar char="•"/>
              <a:tabLst/>
              <a:defRPr/>
            </a:pPr>
            <a:endParaRPr kumimoji="0" lang="en-US" altLang="en-US" sz="2200" b="1" i="0" u="none" strike="noStrike" kern="0" cap="none" spc="0" normalizeH="0" baseline="0" noProof="0" dirty="0">
              <a:ln>
                <a:noFill/>
              </a:ln>
              <a:solidFill>
                <a:srgbClr val="000000"/>
              </a:solidFill>
              <a:effectLst/>
              <a:uLnTx/>
              <a:uFillTx/>
              <a:latin typeface="Arial"/>
              <a:ea typeface="+mn-ea"/>
              <a:cs typeface="+mn-cs"/>
            </a:endParaRPr>
          </a:p>
          <a:p>
            <a:pPr marL="342900" marR="0" lvl="0" indent="-342900" algn="l" defTabSz="914400" rtl="0" eaLnBrk="0" fontAlgn="base" latinLnBrk="0" hangingPunct="0">
              <a:lnSpc>
                <a:spcPct val="90000"/>
              </a:lnSpc>
              <a:spcBef>
                <a:spcPct val="15000"/>
              </a:spcBef>
              <a:spcAft>
                <a:spcPct val="0"/>
              </a:spcAft>
              <a:buClrTx/>
              <a:buSzTx/>
              <a:buFontTx/>
              <a:buChar char="•"/>
              <a:tabLst/>
              <a:defRPr/>
            </a:pPr>
            <a:r>
              <a:rPr kumimoji="0" lang="en-US" altLang="en-US" sz="2200" b="1" i="0" u="none" strike="noStrike" kern="0" cap="none" spc="0" normalizeH="0" baseline="0" noProof="0" dirty="0">
                <a:ln>
                  <a:noFill/>
                </a:ln>
                <a:solidFill>
                  <a:srgbClr val="000000"/>
                </a:solidFill>
                <a:effectLst/>
                <a:uLnTx/>
                <a:uFillTx/>
                <a:latin typeface="Arial"/>
                <a:ea typeface="+mn-ea"/>
                <a:cs typeface="+mn-cs"/>
              </a:rPr>
              <a:t>These computers employ a fetch-decode-execute cycle to run programs as follows . . . </a:t>
            </a:r>
          </a:p>
        </p:txBody>
      </p:sp>
    </p:spTree>
    <p:extLst>
      <p:ext uri="{BB962C8B-B14F-4D97-AF65-F5344CB8AC3E}">
        <p14:creationId xmlns:p14="http://schemas.microsoft.com/office/powerpoint/2010/main" val="3004677347"/>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6469BF-233E-3DA4-0E5C-8C0DB142CC0A}"/>
              </a:ext>
            </a:extLst>
          </p:cNvPr>
          <p:cNvSpPr>
            <a:spLocks noGrp="1"/>
          </p:cNvSpPr>
          <p:nvPr>
            <p:ph type="ctrTitle"/>
          </p:nvPr>
        </p:nvSpPr>
        <p:spPr/>
        <p:txBody>
          <a:bodyPr/>
          <a:lstStyle/>
          <a:p>
            <a:r>
              <a:rPr lang="en-US" altLang="en-US" b="1" dirty="0">
                <a:solidFill>
                  <a:schemeClr val="tx1"/>
                </a:solidFill>
              </a:rPr>
              <a:t>The von Neumann Model</a:t>
            </a:r>
            <a:endParaRPr lang="en-IN" b="1" dirty="0"/>
          </a:p>
        </p:txBody>
      </p:sp>
      <p:sp>
        <p:nvSpPr>
          <p:cNvPr id="4" name="Rectangle 3">
            <a:extLst>
              <a:ext uri="{FF2B5EF4-FFF2-40B4-BE49-F238E27FC236}">
                <a16:creationId xmlns:a16="http://schemas.microsoft.com/office/drawing/2014/main" id="{65FE847B-9992-3BC2-1725-52A329B54B11}"/>
              </a:ext>
            </a:extLst>
          </p:cNvPr>
          <p:cNvSpPr>
            <a:spLocks noGrp="1" noChangeArrowheads="1"/>
          </p:cNvSpPr>
          <p:nvPr>
            <p:ph type="subTitle" idx="1"/>
          </p:nvPr>
        </p:nvSpPr>
        <p:spPr>
          <a:xfrm>
            <a:off x="533400" y="1371600"/>
            <a:ext cx="8153400" cy="4724400"/>
          </a:xfrm>
          <a:noFill/>
        </p:spPr>
        <p:txBody>
          <a:bodyPr/>
          <a:lstStyle/>
          <a:p>
            <a:pPr>
              <a:lnSpc>
                <a:spcPct val="90000"/>
              </a:lnSpc>
              <a:spcBef>
                <a:spcPct val="15000"/>
              </a:spcBef>
            </a:pPr>
            <a:r>
              <a:rPr lang="en-US" altLang="en-US" sz="2000" b="1" dirty="0">
                <a:solidFill>
                  <a:schemeClr val="tx1"/>
                </a:solidFill>
              </a:rPr>
              <a:t>The control unit fetches the next instruction from memory using the program counter to determine where the instruction is located.</a:t>
            </a:r>
          </a:p>
        </p:txBody>
      </p:sp>
      <p:pic>
        <p:nvPicPr>
          <p:cNvPr id="7" name="Picture 6" descr="ALU1">
            <a:extLst>
              <a:ext uri="{FF2B5EF4-FFF2-40B4-BE49-F238E27FC236}">
                <a16:creationId xmlns:a16="http://schemas.microsoft.com/office/drawing/2014/main" id="{8CAD2B60-6A2E-1C2F-7259-363F5FA7C76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00200" y="2257425"/>
            <a:ext cx="5667375" cy="3686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828115687"/>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5A2F2F-6F40-4EBF-738D-BA53DBD2F9E8}"/>
              </a:ext>
            </a:extLst>
          </p:cNvPr>
          <p:cNvSpPr>
            <a:spLocks noGrp="1"/>
          </p:cNvSpPr>
          <p:nvPr>
            <p:ph type="ctrTitle"/>
          </p:nvPr>
        </p:nvSpPr>
        <p:spPr/>
        <p:txBody>
          <a:bodyPr/>
          <a:lstStyle/>
          <a:p>
            <a:r>
              <a:rPr lang="en-US" altLang="en-US" b="1" dirty="0">
                <a:solidFill>
                  <a:schemeClr val="tx1"/>
                </a:solidFill>
              </a:rPr>
              <a:t>The von Neumann Model</a:t>
            </a:r>
            <a:endParaRPr lang="en-IN" b="1" dirty="0"/>
          </a:p>
        </p:txBody>
      </p:sp>
      <p:sp>
        <p:nvSpPr>
          <p:cNvPr id="4" name="Rectangle 4">
            <a:extLst>
              <a:ext uri="{FF2B5EF4-FFF2-40B4-BE49-F238E27FC236}">
                <a16:creationId xmlns:a16="http://schemas.microsoft.com/office/drawing/2014/main" id="{4F12ACA0-9BD6-B3A3-0F13-94EC84BF53B3}"/>
              </a:ext>
            </a:extLst>
          </p:cNvPr>
          <p:cNvSpPr>
            <a:spLocks noGrp="1" noChangeArrowheads="1"/>
          </p:cNvSpPr>
          <p:nvPr>
            <p:ph type="subTitle" idx="1"/>
          </p:nvPr>
        </p:nvSpPr>
        <p:spPr>
          <a:xfrm>
            <a:off x="533400" y="1371600"/>
            <a:ext cx="8153400" cy="4724400"/>
          </a:xfrm>
          <a:noFill/>
        </p:spPr>
        <p:txBody>
          <a:bodyPr/>
          <a:lstStyle/>
          <a:p>
            <a:pPr>
              <a:lnSpc>
                <a:spcPct val="90000"/>
              </a:lnSpc>
              <a:spcBef>
                <a:spcPct val="15000"/>
              </a:spcBef>
            </a:pPr>
            <a:r>
              <a:rPr lang="en-US" altLang="en-US" sz="2200" b="1" dirty="0">
                <a:solidFill>
                  <a:schemeClr val="tx1"/>
                </a:solidFill>
              </a:rPr>
              <a:t>The instruction is decoded into a language that the ALU can understand.</a:t>
            </a:r>
          </a:p>
        </p:txBody>
      </p:sp>
      <p:pic>
        <p:nvPicPr>
          <p:cNvPr id="6" name="Picture 6" descr="ALU2">
            <a:extLst>
              <a:ext uri="{FF2B5EF4-FFF2-40B4-BE49-F238E27FC236}">
                <a16:creationId xmlns:a16="http://schemas.microsoft.com/office/drawing/2014/main" id="{001B14B9-543E-B886-1B32-774B3DCF676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00200" y="2257425"/>
            <a:ext cx="5667375" cy="3686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830113938"/>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0A3A9C-4136-A055-EEBF-41FEEF746B3B}"/>
              </a:ext>
            </a:extLst>
          </p:cNvPr>
          <p:cNvSpPr>
            <a:spLocks noGrp="1"/>
          </p:cNvSpPr>
          <p:nvPr>
            <p:ph type="ctrTitle"/>
          </p:nvPr>
        </p:nvSpPr>
        <p:spPr/>
        <p:txBody>
          <a:bodyPr/>
          <a:lstStyle/>
          <a:p>
            <a:r>
              <a:rPr lang="en-US" altLang="en-US" b="1" dirty="0">
                <a:solidFill>
                  <a:schemeClr val="tx1"/>
                </a:solidFill>
              </a:rPr>
              <a:t>The von Neumann Model</a:t>
            </a:r>
            <a:endParaRPr lang="en-IN" b="1" dirty="0"/>
          </a:p>
        </p:txBody>
      </p:sp>
      <p:sp>
        <p:nvSpPr>
          <p:cNvPr id="4" name="Rectangle 4">
            <a:extLst>
              <a:ext uri="{FF2B5EF4-FFF2-40B4-BE49-F238E27FC236}">
                <a16:creationId xmlns:a16="http://schemas.microsoft.com/office/drawing/2014/main" id="{B58616A1-62AB-ACC7-4197-00D7663EEB30}"/>
              </a:ext>
            </a:extLst>
          </p:cNvPr>
          <p:cNvSpPr>
            <a:spLocks noGrp="1" noChangeArrowheads="1"/>
          </p:cNvSpPr>
          <p:nvPr>
            <p:ph type="subTitle" idx="1"/>
          </p:nvPr>
        </p:nvSpPr>
        <p:spPr>
          <a:xfrm>
            <a:off x="533400" y="1371600"/>
            <a:ext cx="8153400" cy="4724400"/>
          </a:xfrm>
          <a:noFill/>
        </p:spPr>
        <p:txBody>
          <a:bodyPr/>
          <a:lstStyle/>
          <a:p>
            <a:pPr>
              <a:lnSpc>
                <a:spcPct val="90000"/>
              </a:lnSpc>
              <a:spcBef>
                <a:spcPct val="15000"/>
              </a:spcBef>
            </a:pPr>
            <a:r>
              <a:rPr lang="en-US" altLang="en-US" sz="2200" b="1" dirty="0">
                <a:solidFill>
                  <a:schemeClr val="tx1"/>
                </a:solidFill>
              </a:rPr>
              <a:t>Any data operands required to execute the instruction are fetched from memory and placed into registers within the CPU.</a:t>
            </a:r>
          </a:p>
        </p:txBody>
      </p:sp>
      <p:pic>
        <p:nvPicPr>
          <p:cNvPr id="6" name="Picture 5" descr="ALU3">
            <a:extLst>
              <a:ext uri="{FF2B5EF4-FFF2-40B4-BE49-F238E27FC236}">
                <a16:creationId xmlns:a16="http://schemas.microsoft.com/office/drawing/2014/main" id="{477F5791-6904-4677-6C90-104B711B259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00200" y="2257425"/>
            <a:ext cx="5667375" cy="3686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866188969"/>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9E84EB-4795-7F22-6494-ABE4EAD27F58}"/>
              </a:ext>
            </a:extLst>
          </p:cNvPr>
          <p:cNvSpPr>
            <a:spLocks noGrp="1"/>
          </p:cNvSpPr>
          <p:nvPr>
            <p:ph type="ctrTitle"/>
          </p:nvPr>
        </p:nvSpPr>
        <p:spPr/>
        <p:txBody>
          <a:bodyPr/>
          <a:lstStyle/>
          <a:p>
            <a:r>
              <a:rPr lang="en-US" altLang="en-US" b="1" dirty="0">
                <a:solidFill>
                  <a:schemeClr val="tx1"/>
                </a:solidFill>
              </a:rPr>
              <a:t>The von Neumann Model</a:t>
            </a:r>
            <a:endParaRPr lang="en-IN" b="1" dirty="0"/>
          </a:p>
        </p:txBody>
      </p:sp>
      <p:sp>
        <p:nvSpPr>
          <p:cNvPr id="4" name="Rectangle 4">
            <a:extLst>
              <a:ext uri="{FF2B5EF4-FFF2-40B4-BE49-F238E27FC236}">
                <a16:creationId xmlns:a16="http://schemas.microsoft.com/office/drawing/2014/main" id="{237A46D9-F76C-27DC-037F-4A88567BF8E8}"/>
              </a:ext>
            </a:extLst>
          </p:cNvPr>
          <p:cNvSpPr>
            <a:spLocks noGrp="1" noChangeArrowheads="1"/>
          </p:cNvSpPr>
          <p:nvPr>
            <p:ph type="subTitle" idx="1"/>
          </p:nvPr>
        </p:nvSpPr>
        <p:spPr>
          <a:xfrm>
            <a:off x="533400" y="1371600"/>
            <a:ext cx="8153400" cy="4724400"/>
          </a:xfrm>
          <a:noFill/>
        </p:spPr>
        <p:txBody>
          <a:bodyPr/>
          <a:lstStyle/>
          <a:p>
            <a:pPr>
              <a:lnSpc>
                <a:spcPct val="90000"/>
              </a:lnSpc>
              <a:spcBef>
                <a:spcPct val="15000"/>
              </a:spcBef>
            </a:pPr>
            <a:r>
              <a:rPr lang="en-US" altLang="en-US" sz="2200" b="1" dirty="0">
                <a:solidFill>
                  <a:schemeClr val="tx1"/>
                </a:solidFill>
              </a:rPr>
              <a:t>The ALU executes the instruction and places results in registers or memory.</a:t>
            </a:r>
          </a:p>
        </p:txBody>
      </p:sp>
      <p:pic>
        <p:nvPicPr>
          <p:cNvPr id="6" name="Picture 6" descr="ALU4">
            <a:extLst>
              <a:ext uri="{FF2B5EF4-FFF2-40B4-BE49-F238E27FC236}">
                <a16:creationId xmlns:a16="http://schemas.microsoft.com/office/drawing/2014/main" id="{E629F3D4-6AF0-12EE-2E4E-2F6029DDE8F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00200" y="2257425"/>
            <a:ext cx="5657850" cy="36782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989391037"/>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71A32F-9DD7-100F-60D3-2EC86F2B6BA1}"/>
              </a:ext>
            </a:extLst>
          </p:cNvPr>
          <p:cNvSpPr>
            <a:spLocks noGrp="1"/>
          </p:cNvSpPr>
          <p:nvPr>
            <p:ph type="ctrTitle"/>
          </p:nvPr>
        </p:nvSpPr>
        <p:spPr>
          <a:xfrm>
            <a:off x="0" y="1"/>
            <a:ext cx="6380252" cy="914400"/>
          </a:xfrm>
        </p:spPr>
        <p:txBody>
          <a:bodyPr/>
          <a:lstStyle/>
          <a:p>
            <a:r>
              <a:rPr lang="en-IN" b="1" dirty="0"/>
              <a:t>Working (Fetch-Decode-Execute Cycle)</a:t>
            </a:r>
            <a:endParaRPr lang="en-IN" dirty="0"/>
          </a:p>
        </p:txBody>
      </p:sp>
      <p:sp>
        <p:nvSpPr>
          <p:cNvPr id="3" name="Subtitle 2">
            <a:extLst>
              <a:ext uri="{FF2B5EF4-FFF2-40B4-BE49-F238E27FC236}">
                <a16:creationId xmlns:a16="http://schemas.microsoft.com/office/drawing/2014/main" id="{957BF34B-EFBB-4153-50D1-4FA4B999B4EA}"/>
              </a:ext>
            </a:extLst>
          </p:cNvPr>
          <p:cNvSpPr>
            <a:spLocks noGrp="1"/>
          </p:cNvSpPr>
          <p:nvPr>
            <p:ph type="subTitle" idx="1"/>
          </p:nvPr>
        </p:nvSpPr>
        <p:spPr/>
        <p:txBody>
          <a:bodyPr/>
          <a:lstStyle/>
          <a:p>
            <a:pPr algn="l"/>
            <a:r>
              <a:rPr lang="en-US" dirty="0">
                <a:solidFill>
                  <a:schemeClr val="tx1"/>
                </a:solidFill>
              </a:rPr>
              <a:t>1</a:t>
            </a:r>
            <a:r>
              <a:rPr lang="en-US" sz="2000" dirty="0">
                <a:solidFill>
                  <a:schemeClr val="tx1"/>
                </a:solidFill>
              </a:rPr>
              <a:t>.  </a:t>
            </a:r>
            <a:r>
              <a:rPr lang="en-US" b="1" dirty="0">
                <a:solidFill>
                  <a:schemeClr val="tx1"/>
                </a:solidFill>
              </a:rPr>
              <a:t>Fetch: </a:t>
            </a:r>
            <a:r>
              <a:rPr lang="en-US" dirty="0">
                <a:solidFill>
                  <a:schemeClr val="tx1"/>
                </a:solidFill>
              </a:rPr>
              <a:t>Instruction is fetched from memory using the Program Counter (PC).</a:t>
            </a:r>
          </a:p>
          <a:p>
            <a:pPr algn="l"/>
            <a:r>
              <a:rPr lang="en-US" dirty="0">
                <a:solidFill>
                  <a:schemeClr val="tx1"/>
                </a:solidFill>
              </a:rPr>
              <a:t>2.  </a:t>
            </a:r>
            <a:r>
              <a:rPr lang="en-US" b="1" dirty="0">
                <a:solidFill>
                  <a:schemeClr val="tx1"/>
                </a:solidFill>
              </a:rPr>
              <a:t>Decode: </a:t>
            </a:r>
            <a:r>
              <a:rPr lang="en-US" dirty="0">
                <a:solidFill>
                  <a:schemeClr val="tx1"/>
                </a:solidFill>
              </a:rPr>
              <a:t>The Control Unit interprets (decodes) the instruction.</a:t>
            </a:r>
          </a:p>
          <a:p>
            <a:pPr algn="l"/>
            <a:r>
              <a:rPr lang="en-US" dirty="0">
                <a:solidFill>
                  <a:schemeClr val="tx1"/>
                </a:solidFill>
              </a:rPr>
              <a:t>3.  </a:t>
            </a:r>
            <a:r>
              <a:rPr lang="en-US" b="1" dirty="0">
                <a:solidFill>
                  <a:schemeClr val="tx1"/>
                </a:solidFill>
              </a:rPr>
              <a:t>Execute: </a:t>
            </a:r>
            <a:r>
              <a:rPr lang="en-US" dirty="0">
                <a:solidFill>
                  <a:schemeClr val="tx1"/>
                </a:solidFill>
              </a:rPr>
              <a:t>ALU or other parts execute the instruction.</a:t>
            </a:r>
          </a:p>
          <a:p>
            <a:pPr algn="l"/>
            <a:r>
              <a:rPr lang="en-US" dirty="0">
                <a:solidFill>
                  <a:schemeClr val="tx1"/>
                </a:solidFill>
              </a:rPr>
              <a:t>4.  </a:t>
            </a:r>
            <a:r>
              <a:rPr lang="en-US" b="1" dirty="0">
                <a:solidFill>
                  <a:schemeClr val="tx1"/>
                </a:solidFill>
              </a:rPr>
              <a:t>Repeat: </a:t>
            </a:r>
            <a:r>
              <a:rPr lang="en-US" dirty="0">
                <a:solidFill>
                  <a:schemeClr val="tx1"/>
                </a:solidFill>
              </a:rPr>
              <a:t>The PC updates to the next instruction.</a:t>
            </a:r>
          </a:p>
          <a:p>
            <a:endParaRPr lang="en-IN" sz="4400" dirty="0"/>
          </a:p>
        </p:txBody>
      </p:sp>
    </p:spTree>
    <p:extLst>
      <p:ext uri="{BB962C8B-B14F-4D97-AF65-F5344CB8AC3E}">
        <p14:creationId xmlns:p14="http://schemas.microsoft.com/office/powerpoint/2010/main" val="2018744768"/>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9D4D49F0-859E-EF1D-AD8C-FC9C6120BF97}"/>
              </a:ext>
            </a:extLst>
          </p:cNvPr>
          <p:cNvPicPr>
            <a:picLocks noChangeAspect="1"/>
          </p:cNvPicPr>
          <p:nvPr/>
        </p:nvPicPr>
        <p:blipFill>
          <a:blip r:embed="rId2"/>
          <a:stretch>
            <a:fillRect/>
          </a:stretch>
        </p:blipFill>
        <p:spPr>
          <a:xfrm>
            <a:off x="195208" y="1018916"/>
            <a:ext cx="8948791" cy="5484626"/>
          </a:xfrm>
          <a:prstGeom prst="rect">
            <a:avLst/>
          </a:prstGeom>
        </p:spPr>
      </p:pic>
    </p:spTree>
    <p:extLst>
      <p:ext uri="{BB962C8B-B14F-4D97-AF65-F5344CB8AC3E}">
        <p14:creationId xmlns:p14="http://schemas.microsoft.com/office/powerpoint/2010/main" val="115988733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barn(inVertical)">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0883EA-F173-5A67-AF04-7656B09390FE}"/>
              </a:ext>
            </a:extLst>
          </p:cNvPr>
          <p:cNvSpPr>
            <a:spLocks noGrp="1"/>
          </p:cNvSpPr>
          <p:nvPr>
            <p:ph type="ctrTitle"/>
          </p:nvPr>
        </p:nvSpPr>
        <p:spPr>
          <a:xfrm>
            <a:off x="0" y="421241"/>
            <a:ext cx="6585735" cy="914400"/>
          </a:xfrm>
        </p:spPr>
        <p:txBody>
          <a:bodyPr/>
          <a:lstStyle/>
          <a:p>
            <a:r>
              <a:rPr lang="en-US" sz="2800" b="1" dirty="0"/>
              <a:t>Advantages of Von Neumann Architectur</a:t>
            </a:r>
            <a:r>
              <a:rPr lang="en-US" b="1" dirty="0"/>
              <a:t>e</a:t>
            </a:r>
            <a:br>
              <a:rPr lang="en-US" b="1" dirty="0"/>
            </a:br>
            <a:endParaRPr lang="en-IN" dirty="0"/>
          </a:p>
        </p:txBody>
      </p:sp>
      <p:sp>
        <p:nvSpPr>
          <p:cNvPr id="3" name="Subtitle 2">
            <a:extLst>
              <a:ext uri="{FF2B5EF4-FFF2-40B4-BE49-F238E27FC236}">
                <a16:creationId xmlns:a16="http://schemas.microsoft.com/office/drawing/2014/main" id="{160E208A-9E24-393E-F025-433C5106D0DB}"/>
              </a:ext>
            </a:extLst>
          </p:cNvPr>
          <p:cNvSpPr>
            <a:spLocks noGrp="1"/>
          </p:cNvSpPr>
          <p:nvPr>
            <p:ph type="subTitle" idx="1"/>
          </p:nvPr>
        </p:nvSpPr>
        <p:spPr>
          <a:xfrm>
            <a:off x="495300" y="1066800"/>
            <a:ext cx="8153400" cy="4724400"/>
          </a:xfrm>
        </p:spPr>
        <p:txBody>
          <a:bodyPr/>
          <a:lstStyle/>
          <a:p>
            <a:pPr marL="368300" indent="-342900" algn="just" fontAlgn="base">
              <a:buFont typeface="Arial" panose="020B0604020202020204" pitchFamily="34" charset="0"/>
              <a:buChar char="•"/>
            </a:pPr>
            <a:r>
              <a:rPr lang="en-US" sz="2000" b="1" dirty="0">
                <a:solidFill>
                  <a:schemeClr val="tx1"/>
                </a:solidFill>
              </a:rPr>
              <a:t>Simplified Design</a:t>
            </a:r>
            <a:r>
              <a:rPr lang="en-US" sz="2000" dirty="0">
                <a:solidFill>
                  <a:schemeClr val="tx1"/>
                </a:solidFill>
              </a:rPr>
              <a:t>: Uses a single memory for data and instructions, reducing hardware complexity.</a:t>
            </a:r>
          </a:p>
          <a:p>
            <a:pPr marL="368300" indent="-342900" algn="just" fontAlgn="base">
              <a:buFont typeface="Arial" panose="020B0604020202020204" pitchFamily="34" charset="0"/>
              <a:buChar char="•"/>
            </a:pPr>
            <a:endParaRPr lang="en-US" sz="2000" dirty="0">
              <a:solidFill>
                <a:schemeClr val="tx1"/>
              </a:solidFill>
            </a:endParaRPr>
          </a:p>
          <a:p>
            <a:pPr marL="368300" indent="-342900" algn="just" fontAlgn="base">
              <a:buFont typeface="Arial" panose="020B0604020202020204" pitchFamily="34" charset="0"/>
              <a:buChar char="•"/>
            </a:pPr>
            <a:r>
              <a:rPr lang="en-US" sz="2000" b="1" dirty="0">
                <a:solidFill>
                  <a:schemeClr val="tx1"/>
                </a:solidFill>
              </a:rPr>
              <a:t>Cost-Effective</a:t>
            </a:r>
            <a:r>
              <a:rPr lang="en-US" sz="2000" dirty="0">
                <a:solidFill>
                  <a:schemeClr val="tx1"/>
                </a:solidFill>
              </a:rPr>
              <a:t>: Lower production costs due to fewer components.</a:t>
            </a:r>
          </a:p>
          <a:p>
            <a:pPr marL="368300" indent="-342900" algn="just" fontAlgn="base">
              <a:buFont typeface="Arial" panose="020B0604020202020204" pitchFamily="34" charset="0"/>
              <a:buChar char="•"/>
            </a:pPr>
            <a:endParaRPr lang="en-US" sz="2000" dirty="0">
              <a:solidFill>
                <a:schemeClr val="tx1"/>
              </a:solidFill>
            </a:endParaRPr>
          </a:p>
          <a:p>
            <a:pPr marL="368300" indent="-342900" algn="just" fontAlgn="base">
              <a:buFont typeface="Arial" panose="020B0604020202020204" pitchFamily="34" charset="0"/>
              <a:buChar char="•"/>
            </a:pPr>
            <a:r>
              <a:rPr lang="en-US" sz="2000" b="1" dirty="0">
                <a:solidFill>
                  <a:schemeClr val="tx1"/>
                </a:solidFill>
              </a:rPr>
              <a:t>Flexibility</a:t>
            </a:r>
            <a:r>
              <a:rPr lang="en-US" sz="2000" dirty="0">
                <a:solidFill>
                  <a:schemeClr val="tx1"/>
                </a:solidFill>
              </a:rPr>
              <a:t>: Can run various programs and makes it suitable for general-purpose computing.</a:t>
            </a:r>
          </a:p>
          <a:p>
            <a:pPr marL="368300" indent="-342900" algn="just" fontAlgn="base">
              <a:buFont typeface="Arial" panose="020B0604020202020204" pitchFamily="34" charset="0"/>
              <a:buChar char="•"/>
            </a:pPr>
            <a:endParaRPr lang="en-US" sz="2000" dirty="0">
              <a:solidFill>
                <a:schemeClr val="tx1"/>
              </a:solidFill>
            </a:endParaRPr>
          </a:p>
          <a:p>
            <a:pPr marL="368300" indent="-342900" algn="just" fontAlgn="base">
              <a:buFont typeface="Arial" panose="020B0604020202020204" pitchFamily="34" charset="0"/>
              <a:buChar char="•"/>
            </a:pPr>
            <a:r>
              <a:rPr lang="en-US" sz="2000" b="1" dirty="0">
                <a:solidFill>
                  <a:schemeClr val="tx1"/>
                </a:solidFill>
              </a:rPr>
              <a:t>Ease of Programming</a:t>
            </a:r>
            <a:r>
              <a:rPr lang="en-US" sz="2000" dirty="0">
                <a:solidFill>
                  <a:schemeClr val="tx1"/>
                </a:solidFill>
              </a:rPr>
              <a:t>: Unified memory structure simplifies software development.</a:t>
            </a:r>
          </a:p>
          <a:p>
            <a:pPr marL="368300" indent="-342900" algn="just" fontAlgn="base">
              <a:buFont typeface="Arial" panose="020B0604020202020204" pitchFamily="34" charset="0"/>
              <a:buChar char="•"/>
            </a:pPr>
            <a:endParaRPr lang="en-US" sz="2000" dirty="0">
              <a:solidFill>
                <a:schemeClr val="tx1"/>
              </a:solidFill>
            </a:endParaRPr>
          </a:p>
          <a:p>
            <a:pPr marL="368300" indent="-342900" algn="just" fontAlgn="base">
              <a:buFont typeface="Arial" panose="020B0604020202020204" pitchFamily="34" charset="0"/>
              <a:buChar char="•"/>
            </a:pPr>
            <a:r>
              <a:rPr lang="en-US" sz="2000" b="1" dirty="0">
                <a:solidFill>
                  <a:schemeClr val="tx1"/>
                </a:solidFill>
              </a:rPr>
              <a:t>Widely Adopted</a:t>
            </a:r>
            <a:r>
              <a:rPr lang="en-US" sz="2000" dirty="0">
                <a:solidFill>
                  <a:schemeClr val="tx1"/>
                </a:solidFill>
              </a:rPr>
              <a:t>: Forms the foundation of most modern </a:t>
            </a:r>
            <a:r>
              <a:rPr lang="en-US" sz="1800" dirty="0">
                <a:solidFill>
                  <a:schemeClr val="tx1"/>
                </a:solidFill>
              </a:rPr>
              <a:t>c</a:t>
            </a:r>
            <a:r>
              <a:rPr lang="en-US" sz="2000" dirty="0">
                <a:solidFill>
                  <a:schemeClr val="tx1"/>
                </a:solidFill>
              </a:rPr>
              <a:t>omputers hence, ensures widespread compatibility.</a:t>
            </a:r>
            <a:endParaRPr lang="en-US" sz="2400" dirty="0">
              <a:solidFill>
                <a:schemeClr val="tx1"/>
              </a:solidFill>
            </a:endParaRPr>
          </a:p>
          <a:p>
            <a:endParaRPr lang="en-IN" dirty="0"/>
          </a:p>
        </p:txBody>
      </p:sp>
    </p:spTree>
    <p:extLst>
      <p:ext uri="{BB962C8B-B14F-4D97-AF65-F5344CB8AC3E}">
        <p14:creationId xmlns:p14="http://schemas.microsoft.com/office/powerpoint/2010/main" val="30748709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anim calcmode="lin" valueType="num">
                                      <p:cBhvr additive="base">
                                        <p:cTn id="11"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
                                            <p:txEl>
                                              <p:pRg st="2" end="2"/>
                                            </p:txEl>
                                          </p:spTgt>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anim calcmode="lin" valueType="num">
                                      <p:cBhvr additive="base">
                                        <p:cTn id="15"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3">
                                            <p:txEl>
                                              <p:pRg st="4" end="4"/>
                                            </p:txEl>
                                          </p:spTgt>
                                        </p:tgtEl>
                                        <p:attrNameLst>
                                          <p:attrName>ppt_y</p:attrName>
                                        </p:attrNameLst>
                                      </p:cBhvr>
                                      <p:tavLst>
                                        <p:tav tm="0">
                                          <p:val>
                                            <p:strVal val="1+#ppt_h/2"/>
                                          </p:val>
                                        </p:tav>
                                        <p:tav tm="100000">
                                          <p:val>
                                            <p:strVal val="#ppt_y"/>
                                          </p:val>
                                        </p:tav>
                                      </p:tavLst>
                                    </p:anim>
                                  </p:childTnLst>
                                </p:cTn>
                              </p:par>
                              <p:par>
                                <p:cTn id="17" presetID="2" presetClass="entr" presetSubtype="4" fill="hold" nodeType="withEffect">
                                  <p:stCondLst>
                                    <p:cond delay="0"/>
                                  </p:stCondLst>
                                  <p:childTnLst>
                                    <p:set>
                                      <p:cBhvr>
                                        <p:cTn id="18" dur="1" fill="hold">
                                          <p:stCondLst>
                                            <p:cond delay="0"/>
                                          </p:stCondLst>
                                        </p:cTn>
                                        <p:tgtEl>
                                          <p:spTgt spid="3">
                                            <p:txEl>
                                              <p:pRg st="6" end="6"/>
                                            </p:txEl>
                                          </p:spTgt>
                                        </p:tgtEl>
                                        <p:attrNameLst>
                                          <p:attrName>style.visibility</p:attrName>
                                        </p:attrNameLst>
                                      </p:cBhvr>
                                      <p:to>
                                        <p:strVal val="visible"/>
                                      </p:to>
                                    </p:set>
                                    <p:anim calcmode="lin" valueType="num">
                                      <p:cBhvr additive="base">
                                        <p:cTn id="19"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6" end="6"/>
                                            </p:txEl>
                                          </p:spTgt>
                                        </p:tgtEl>
                                        <p:attrNameLst>
                                          <p:attrName>ppt_y</p:attrName>
                                        </p:attrNameLst>
                                      </p:cBhvr>
                                      <p:tavLst>
                                        <p:tav tm="0">
                                          <p:val>
                                            <p:strVal val="1+#ppt_h/2"/>
                                          </p:val>
                                        </p:tav>
                                        <p:tav tm="100000">
                                          <p:val>
                                            <p:strVal val="#ppt_y"/>
                                          </p:val>
                                        </p:tav>
                                      </p:tavLst>
                                    </p:anim>
                                  </p:childTnLst>
                                </p:cTn>
                              </p:par>
                              <p:par>
                                <p:cTn id="21" presetID="2" presetClass="entr" presetSubtype="4" fill="hold" nodeType="withEffect">
                                  <p:stCondLst>
                                    <p:cond delay="0"/>
                                  </p:stCondLst>
                                  <p:childTnLst>
                                    <p:set>
                                      <p:cBhvr>
                                        <p:cTn id="22" dur="1" fill="hold">
                                          <p:stCondLst>
                                            <p:cond delay="0"/>
                                          </p:stCondLst>
                                        </p:cTn>
                                        <p:tgtEl>
                                          <p:spTgt spid="3">
                                            <p:txEl>
                                              <p:pRg st="8" end="8"/>
                                            </p:txEl>
                                          </p:spTgt>
                                        </p:tgtEl>
                                        <p:attrNameLst>
                                          <p:attrName>style.visibility</p:attrName>
                                        </p:attrNameLst>
                                      </p:cBhvr>
                                      <p:to>
                                        <p:strVal val="visible"/>
                                      </p:to>
                                    </p:set>
                                    <p:anim calcmode="lin" valueType="num">
                                      <p:cBhvr additive="base">
                                        <p:cTn id="23" dur="500" fill="hold"/>
                                        <p:tgtEl>
                                          <p:spTgt spid="3">
                                            <p:txEl>
                                              <p:pRg st="8" end="8"/>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3">
                                            <p:txEl>
                                              <p:pRg st="8" end="8"/>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1D584C-D14D-009B-BB46-A7754283C550}"/>
              </a:ext>
            </a:extLst>
          </p:cNvPr>
          <p:cNvSpPr>
            <a:spLocks noGrp="1"/>
          </p:cNvSpPr>
          <p:nvPr>
            <p:ph type="ctrTitle"/>
          </p:nvPr>
        </p:nvSpPr>
        <p:spPr>
          <a:xfrm>
            <a:off x="0" y="440076"/>
            <a:ext cx="6637106" cy="914400"/>
          </a:xfrm>
        </p:spPr>
        <p:txBody>
          <a:bodyPr/>
          <a:lstStyle/>
          <a:p>
            <a:r>
              <a:rPr lang="en-US" sz="2800" b="1" dirty="0"/>
              <a:t>Limitations of Von Neumann Architecture</a:t>
            </a:r>
            <a:br>
              <a:rPr lang="en-US" b="1" dirty="0"/>
            </a:br>
            <a:endParaRPr lang="en-IN" dirty="0"/>
          </a:p>
        </p:txBody>
      </p:sp>
      <p:sp>
        <p:nvSpPr>
          <p:cNvPr id="3" name="Subtitle 2">
            <a:extLst>
              <a:ext uri="{FF2B5EF4-FFF2-40B4-BE49-F238E27FC236}">
                <a16:creationId xmlns:a16="http://schemas.microsoft.com/office/drawing/2014/main" id="{6224B082-3B45-E1C0-F863-6AC1FDFDBA12}"/>
              </a:ext>
            </a:extLst>
          </p:cNvPr>
          <p:cNvSpPr>
            <a:spLocks noGrp="1"/>
          </p:cNvSpPr>
          <p:nvPr>
            <p:ph type="subTitle" idx="1"/>
          </p:nvPr>
        </p:nvSpPr>
        <p:spPr>
          <a:xfrm>
            <a:off x="276546" y="1344202"/>
            <a:ext cx="8153400" cy="4724400"/>
          </a:xfrm>
        </p:spPr>
        <p:txBody>
          <a:bodyPr/>
          <a:lstStyle/>
          <a:p>
            <a:pPr marL="482600" indent="-457200" algn="just" fontAlgn="base">
              <a:buFont typeface="Arial" panose="020B0604020202020204" pitchFamily="34" charset="0"/>
              <a:buChar char="•"/>
            </a:pPr>
            <a:r>
              <a:rPr lang="en-US" sz="2000" b="1" dirty="0">
                <a:solidFill>
                  <a:schemeClr val="tx1"/>
                </a:solidFill>
              </a:rPr>
              <a:t>Single bus system </a:t>
            </a:r>
            <a:r>
              <a:rPr lang="en-US" sz="2000" dirty="0">
                <a:solidFill>
                  <a:schemeClr val="tx1"/>
                </a:solidFill>
              </a:rPr>
              <a:t>→ instructions and data can’t be fetched at the same time → slows down performance.</a:t>
            </a:r>
          </a:p>
          <a:p>
            <a:pPr marL="482600" indent="-457200" algn="just" fontAlgn="base">
              <a:buFont typeface="Arial" panose="020B0604020202020204" pitchFamily="34" charset="0"/>
              <a:buChar char="•"/>
            </a:pPr>
            <a:r>
              <a:rPr lang="en-US" sz="2000" b="1" dirty="0">
                <a:solidFill>
                  <a:schemeClr val="tx1"/>
                </a:solidFill>
              </a:rPr>
              <a:t>Memory Bottleneck</a:t>
            </a:r>
            <a:r>
              <a:rPr lang="en-US" sz="2000" dirty="0">
                <a:solidFill>
                  <a:schemeClr val="tx1"/>
                </a:solidFill>
              </a:rPr>
              <a:t>: Shared memory slows down data and instruction transfer. (Memory latency issues → CPU often waits for data)</a:t>
            </a:r>
          </a:p>
          <a:p>
            <a:pPr marL="482600" indent="-457200" algn="just" fontAlgn="base">
              <a:buFont typeface="Arial" panose="020B0604020202020204" pitchFamily="34" charset="0"/>
              <a:buChar char="•"/>
            </a:pPr>
            <a:r>
              <a:rPr lang="en-US" sz="2000" b="1" dirty="0">
                <a:solidFill>
                  <a:schemeClr val="tx1"/>
                </a:solidFill>
              </a:rPr>
              <a:t>Sequential Processing</a:t>
            </a:r>
            <a:r>
              <a:rPr lang="en-US" sz="2000" dirty="0">
                <a:solidFill>
                  <a:schemeClr val="tx1"/>
                </a:solidFill>
              </a:rPr>
              <a:t>: Cannot process data and instructions simultaneously. (→ not suitable for parallel processing)</a:t>
            </a:r>
          </a:p>
          <a:p>
            <a:pPr marL="482600" indent="-457200" algn="just" fontAlgn="base">
              <a:buFont typeface="Arial" panose="020B0604020202020204" pitchFamily="34" charset="0"/>
              <a:buChar char="•"/>
            </a:pPr>
            <a:r>
              <a:rPr lang="en-US" sz="2000" b="1" dirty="0">
                <a:solidFill>
                  <a:schemeClr val="tx1"/>
                </a:solidFill>
              </a:rPr>
              <a:t>Scalability Issues</a:t>
            </a:r>
            <a:r>
              <a:rPr lang="en-US" sz="2000" dirty="0">
                <a:solidFill>
                  <a:schemeClr val="tx1"/>
                </a:solidFill>
              </a:rPr>
              <a:t>: Struggles with high-performance tasks requiring rapid memory access.</a:t>
            </a:r>
          </a:p>
          <a:p>
            <a:pPr marL="482600" indent="-457200" algn="just" fontAlgn="base">
              <a:buFont typeface="Arial" panose="020B0604020202020204" pitchFamily="34" charset="0"/>
              <a:buChar char="•"/>
            </a:pPr>
            <a:r>
              <a:rPr lang="en-US" sz="2000" b="1" dirty="0">
                <a:solidFill>
                  <a:schemeClr val="tx1"/>
                </a:solidFill>
              </a:rPr>
              <a:t>Energy Inefficiency</a:t>
            </a:r>
            <a:r>
              <a:rPr lang="en-US" sz="2000" dirty="0">
                <a:solidFill>
                  <a:schemeClr val="tx1"/>
                </a:solidFill>
              </a:rPr>
              <a:t>: Frequent memory access increases power consumption.</a:t>
            </a:r>
          </a:p>
          <a:p>
            <a:pPr marL="482600" indent="-457200" algn="just" fontAlgn="base">
              <a:buFont typeface="Arial" panose="020B0604020202020204" pitchFamily="34" charset="0"/>
              <a:buChar char="•"/>
            </a:pPr>
            <a:r>
              <a:rPr lang="en-US" sz="2000" b="1" dirty="0">
                <a:solidFill>
                  <a:schemeClr val="tx1"/>
                </a:solidFill>
              </a:rPr>
              <a:t>Latency</a:t>
            </a:r>
            <a:r>
              <a:rPr lang="en-US" sz="2000" dirty="0">
                <a:solidFill>
                  <a:schemeClr val="tx1"/>
                </a:solidFill>
              </a:rPr>
              <a:t>: Data and instruction fetch delays reduce overall system efficiency.</a:t>
            </a:r>
          </a:p>
          <a:p>
            <a:pPr marL="482600" indent="-457200" algn="just" fontAlgn="base">
              <a:buFont typeface="Arial" panose="020B0604020202020204" pitchFamily="34" charset="0"/>
              <a:buChar char="•"/>
            </a:pPr>
            <a:endParaRPr lang="en-IN" dirty="0"/>
          </a:p>
        </p:txBody>
      </p:sp>
    </p:spTree>
    <p:extLst>
      <p:ext uri="{BB962C8B-B14F-4D97-AF65-F5344CB8AC3E}">
        <p14:creationId xmlns:p14="http://schemas.microsoft.com/office/powerpoint/2010/main" val="398769919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3">
                                            <p:txEl>
                                              <p:pRg st="1" end="1"/>
                                            </p:txEl>
                                          </p:spTgt>
                                        </p:tgtEl>
                                        <p:attrNameLst>
                                          <p:attrName>style.visibility</p:attrName>
                                        </p:attrNameLst>
                                      </p:cBhvr>
                                      <p:to>
                                        <p:strVal val="visible"/>
                                      </p:to>
                                    </p:set>
                                    <p:animEffect transition="in" filter="fade">
                                      <p:cBhvr>
                                        <p:cTn id="14" dur="1000"/>
                                        <p:tgtEl>
                                          <p:spTgt spid="3">
                                            <p:txEl>
                                              <p:pRg st="1" end="1"/>
                                            </p:txEl>
                                          </p:spTgt>
                                        </p:tgtEl>
                                      </p:cBhvr>
                                    </p:animEffect>
                                    <p:anim calcmode="lin" valueType="num">
                                      <p:cBhvr>
                                        <p:cTn id="15"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3">
                                            <p:txEl>
                                              <p:pRg st="2" end="2"/>
                                            </p:txEl>
                                          </p:spTgt>
                                        </p:tgtEl>
                                        <p:attrNameLst>
                                          <p:attrName>style.visibility</p:attrName>
                                        </p:attrNameLst>
                                      </p:cBhvr>
                                      <p:to>
                                        <p:strVal val="visible"/>
                                      </p:to>
                                    </p:set>
                                    <p:animEffect transition="in" filter="fade">
                                      <p:cBhvr>
                                        <p:cTn id="21" dur="1000"/>
                                        <p:tgtEl>
                                          <p:spTgt spid="3">
                                            <p:txEl>
                                              <p:pRg st="2" end="2"/>
                                            </p:txEl>
                                          </p:spTgt>
                                        </p:tgtEl>
                                      </p:cBhvr>
                                    </p:animEffect>
                                    <p:anim calcmode="lin" valueType="num">
                                      <p:cBhvr>
                                        <p:cTn id="22"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23"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3">
                                            <p:txEl>
                                              <p:pRg st="3" end="3"/>
                                            </p:txEl>
                                          </p:spTgt>
                                        </p:tgtEl>
                                        <p:attrNameLst>
                                          <p:attrName>style.visibility</p:attrName>
                                        </p:attrNameLst>
                                      </p:cBhvr>
                                      <p:to>
                                        <p:strVal val="visible"/>
                                      </p:to>
                                    </p:set>
                                    <p:animEffect transition="in" filter="fade">
                                      <p:cBhvr>
                                        <p:cTn id="28" dur="1000"/>
                                        <p:tgtEl>
                                          <p:spTgt spid="3">
                                            <p:txEl>
                                              <p:pRg st="3" end="3"/>
                                            </p:txEl>
                                          </p:spTgt>
                                        </p:tgtEl>
                                      </p:cBhvr>
                                    </p:animEffect>
                                    <p:anim calcmode="lin" valueType="num">
                                      <p:cBhvr>
                                        <p:cTn id="29"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30" dur="1000" fill="hold"/>
                                        <p:tgtEl>
                                          <p:spTgt spid="3">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3">
                                            <p:txEl>
                                              <p:pRg st="4" end="4"/>
                                            </p:txEl>
                                          </p:spTgt>
                                        </p:tgtEl>
                                        <p:attrNameLst>
                                          <p:attrName>style.visibility</p:attrName>
                                        </p:attrNameLst>
                                      </p:cBhvr>
                                      <p:to>
                                        <p:strVal val="visible"/>
                                      </p:to>
                                    </p:set>
                                    <p:animEffect transition="in" filter="fade">
                                      <p:cBhvr>
                                        <p:cTn id="35" dur="1000"/>
                                        <p:tgtEl>
                                          <p:spTgt spid="3">
                                            <p:txEl>
                                              <p:pRg st="4" end="4"/>
                                            </p:txEl>
                                          </p:spTgt>
                                        </p:tgtEl>
                                      </p:cBhvr>
                                    </p:animEffect>
                                    <p:anim calcmode="lin" valueType="num">
                                      <p:cBhvr>
                                        <p:cTn id="36" dur="1000" fill="hold"/>
                                        <p:tgtEl>
                                          <p:spTgt spid="3">
                                            <p:txEl>
                                              <p:pRg st="4" end="4"/>
                                            </p:txEl>
                                          </p:spTgt>
                                        </p:tgtEl>
                                        <p:attrNameLst>
                                          <p:attrName>ppt_x</p:attrName>
                                        </p:attrNameLst>
                                      </p:cBhvr>
                                      <p:tavLst>
                                        <p:tav tm="0">
                                          <p:val>
                                            <p:strVal val="#ppt_x"/>
                                          </p:val>
                                        </p:tav>
                                        <p:tav tm="100000">
                                          <p:val>
                                            <p:strVal val="#ppt_x"/>
                                          </p:val>
                                        </p:tav>
                                      </p:tavLst>
                                    </p:anim>
                                    <p:anim calcmode="lin" valueType="num">
                                      <p:cBhvr>
                                        <p:cTn id="37" dur="1000" fill="hold"/>
                                        <p:tgtEl>
                                          <p:spTgt spid="3">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3">
                                            <p:txEl>
                                              <p:pRg st="5" end="5"/>
                                            </p:txEl>
                                          </p:spTgt>
                                        </p:tgtEl>
                                        <p:attrNameLst>
                                          <p:attrName>style.visibility</p:attrName>
                                        </p:attrNameLst>
                                      </p:cBhvr>
                                      <p:to>
                                        <p:strVal val="visible"/>
                                      </p:to>
                                    </p:set>
                                    <p:animEffect transition="in" filter="fade">
                                      <p:cBhvr>
                                        <p:cTn id="42" dur="1000"/>
                                        <p:tgtEl>
                                          <p:spTgt spid="3">
                                            <p:txEl>
                                              <p:pRg st="5" end="5"/>
                                            </p:txEl>
                                          </p:spTgt>
                                        </p:tgtEl>
                                      </p:cBhvr>
                                    </p:animEffect>
                                    <p:anim calcmode="lin" valueType="num">
                                      <p:cBhvr>
                                        <p:cTn id="43" dur="1000" fill="hold"/>
                                        <p:tgtEl>
                                          <p:spTgt spid="3">
                                            <p:txEl>
                                              <p:pRg st="5" end="5"/>
                                            </p:txEl>
                                          </p:spTgt>
                                        </p:tgtEl>
                                        <p:attrNameLst>
                                          <p:attrName>ppt_x</p:attrName>
                                        </p:attrNameLst>
                                      </p:cBhvr>
                                      <p:tavLst>
                                        <p:tav tm="0">
                                          <p:val>
                                            <p:strVal val="#ppt_x"/>
                                          </p:val>
                                        </p:tav>
                                        <p:tav tm="100000">
                                          <p:val>
                                            <p:strVal val="#ppt_x"/>
                                          </p:val>
                                        </p:tav>
                                      </p:tavLst>
                                    </p:anim>
                                    <p:anim calcmode="lin" valueType="num">
                                      <p:cBhvr>
                                        <p:cTn id="44" dur="1000" fill="hold"/>
                                        <p:tgtEl>
                                          <p:spTgt spid="3">
                                            <p:txEl>
                                              <p:pRg st="5" end="5"/>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3E3F33-E63B-EBF5-61B8-053C7116C227}"/>
              </a:ext>
            </a:extLst>
          </p:cNvPr>
          <p:cNvSpPr>
            <a:spLocks noGrp="1"/>
          </p:cNvSpPr>
          <p:nvPr>
            <p:ph type="ctrTitle"/>
          </p:nvPr>
        </p:nvSpPr>
        <p:spPr>
          <a:xfrm>
            <a:off x="0" y="441789"/>
            <a:ext cx="6359703" cy="914400"/>
          </a:xfrm>
        </p:spPr>
        <p:txBody>
          <a:bodyPr/>
          <a:lstStyle/>
          <a:p>
            <a:r>
              <a:rPr lang="en-US" sz="2400" b="1" dirty="0"/>
              <a:t>Applications of Von Neumann Architecture</a:t>
            </a:r>
            <a:br>
              <a:rPr lang="en-US" b="1" dirty="0"/>
            </a:br>
            <a:endParaRPr lang="en-IN" dirty="0"/>
          </a:p>
        </p:txBody>
      </p:sp>
      <p:sp>
        <p:nvSpPr>
          <p:cNvPr id="3" name="Subtitle 2">
            <a:extLst>
              <a:ext uri="{FF2B5EF4-FFF2-40B4-BE49-F238E27FC236}">
                <a16:creationId xmlns:a16="http://schemas.microsoft.com/office/drawing/2014/main" id="{CD689806-29B9-D1DA-5ABA-65ED1971C6F1}"/>
              </a:ext>
            </a:extLst>
          </p:cNvPr>
          <p:cNvSpPr>
            <a:spLocks noGrp="1"/>
          </p:cNvSpPr>
          <p:nvPr>
            <p:ph type="subTitle" idx="1"/>
          </p:nvPr>
        </p:nvSpPr>
        <p:spPr>
          <a:xfrm>
            <a:off x="327917" y="1066800"/>
            <a:ext cx="8153400" cy="4724400"/>
          </a:xfrm>
        </p:spPr>
        <p:txBody>
          <a:bodyPr/>
          <a:lstStyle/>
          <a:p>
            <a:pPr algn="just" fontAlgn="base">
              <a:buFont typeface="Arial" panose="020B0604020202020204" pitchFamily="34" charset="0"/>
              <a:buChar char="•"/>
            </a:pPr>
            <a:r>
              <a:rPr lang="en-US" sz="2000" b="1" dirty="0">
                <a:solidFill>
                  <a:schemeClr val="tx1"/>
                </a:solidFill>
              </a:rPr>
              <a:t>General-Purpose Computing</a:t>
            </a:r>
            <a:r>
              <a:rPr lang="en-US" sz="2000" dirty="0">
                <a:solidFill>
                  <a:schemeClr val="tx1"/>
                </a:solidFill>
              </a:rPr>
              <a:t>: Powers desktops, laptops, and smartphones.</a:t>
            </a:r>
          </a:p>
          <a:p>
            <a:pPr marL="25400" indent="0" algn="just" fontAlgn="base"/>
            <a:endParaRPr lang="en-US" sz="2000" dirty="0">
              <a:solidFill>
                <a:schemeClr val="tx1"/>
              </a:solidFill>
            </a:endParaRPr>
          </a:p>
          <a:p>
            <a:pPr algn="just" fontAlgn="base">
              <a:buFont typeface="Arial" panose="020B0604020202020204" pitchFamily="34" charset="0"/>
              <a:buChar char="•"/>
            </a:pPr>
            <a:r>
              <a:rPr lang="en-US" sz="2000" b="1" dirty="0">
                <a:solidFill>
                  <a:schemeClr val="tx1"/>
                </a:solidFill>
              </a:rPr>
              <a:t>Software Development</a:t>
            </a:r>
            <a:r>
              <a:rPr lang="en-US" sz="2000" dirty="0">
                <a:solidFill>
                  <a:schemeClr val="tx1"/>
                </a:solidFill>
              </a:rPr>
              <a:t>: Shapes programming tools and languages due to its unified structure.</a:t>
            </a:r>
          </a:p>
          <a:p>
            <a:pPr algn="just" fontAlgn="base">
              <a:buFont typeface="Arial" panose="020B0604020202020204" pitchFamily="34" charset="0"/>
              <a:buChar char="•"/>
            </a:pPr>
            <a:endParaRPr lang="en-US" sz="2000" dirty="0">
              <a:solidFill>
                <a:schemeClr val="tx1"/>
              </a:solidFill>
            </a:endParaRPr>
          </a:p>
          <a:p>
            <a:pPr algn="just" fontAlgn="base">
              <a:buFont typeface="Arial" panose="020B0604020202020204" pitchFamily="34" charset="0"/>
              <a:buChar char="•"/>
            </a:pPr>
            <a:r>
              <a:rPr lang="en-US" sz="2000" b="1" dirty="0">
                <a:solidFill>
                  <a:schemeClr val="tx1"/>
                </a:solidFill>
              </a:rPr>
              <a:t>Education</a:t>
            </a:r>
            <a:r>
              <a:rPr lang="en-US" sz="2000" dirty="0">
                <a:solidFill>
                  <a:schemeClr val="tx1"/>
                </a:solidFill>
              </a:rPr>
              <a:t>: A foundational concept in computer science courses.</a:t>
            </a:r>
          </a:p>
          <a:p>
            <a:pPr algn="just" fontAlgn="base">
              <a:buFont typeface="Arial" panose="020B0604020202020204" pitchFamily="34" charset="0"/>
              <a:buChar char="•"/>
            </a:pPr>
            <a:endParaRPr lang="en-US" sz="2000" dirty="0">
              <a:solidFill>
                <a:schemeClr val="tx1"/>
              </a:solidFill>
            </a:endParaRPr>
          </a:p>
          <a:p>
            <a:pPr algn="just" fontAlgn="base">
              <a:buFont typeface="Arial" panose="020B0604020202020204" pitchFamily="34" charset="0"/>
              <a:buChar char="•"/>
            </a:pPr>
            <a:r>
              <a:rPr lang="en-US" sz="2000" b="1" dirty="0">
                <a:solidFill>
                  <a:schemeClr val="tx1"/>
                </a:solidFill>
              </a:rPr>
              <a:t>Gaming and Multimedia</a:t>
            </a:r>
            <a:r>
              <a:rPr lang="en-US" sz="2000" dirty="0">
                <a:solidFill>
                  <a:schemeClr val="tx1"/>
                </a:solidFill>
              </a:rPr>
              <a:t>: Supports complex applications like video games and editing software.</a:t>
            </a:r>
          </a:p>
          <a:p>
            <a:endParaRPr lang="en-IN" dirty="0"/>
          </a:p>
        </p:txBody>
      </p:sp>
    </p:spTree>
    <p:extLst>
      <p:ext uri="{BB962C8B-B14F-4D97-AF65-F5344CB8AC3E}">
        <p14:creationId xmlns:p14="http://schemas.microsoft.com/office/powerpoint/2010/main" val="36341084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anim calcmode="lin" valueType="num">
                                      <p:cBhvr additive="base">
                                        <p:cTn id="13"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anim calcmode="lin" valueType="num">
                                      <p:cBhvr additive="base">
                                        <p:cTn id="19"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3">
                                            <p:txEl>
                                              <p:pRg st="6" end="6"/>
                                            </p:txEl>
                                          </p:spTgt>
                                        </p:tgtEl>
                                        <p:attrNameLst>
                                          <p:attrName>style.visibility</p:attrName>
                                        </p:attrNameLst>
                                      </p:cBhvr>
                                      <p:to>
                                        <p:strVal val="visible"/>
                                      </p:to>
                                    </p:set>
                                    <p:anim calcmode="lin" valueType="num">
                                      <p:cBhvr additive="base">
                                        <p:cTn id="25"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6" end="6"/>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Shape 61"/>
        <p:cNvGrpSpPr/>
        <p:nvPr/>
      </p:nvGrpSpPr>
      <p:grpSpPr>
        <a:xfrm>
          <a:off x="0" y="0"/>
          <a:ext cx="0" cy="0"/>
          <a:chOff x="0" y="0"/>
          <a:chExt cx="0" cy="0"/>
        </a:xfrm>
      </p:grpSpPr>
      <p:sp>
        <p:nvSpPr>
          <p:cNvPr id="62" name="Google Shape;62;p2"/>
          <p:cNvSpPr txBox="1">
            <a:spLocks noGrp="1"/>
          </p:cNvSpPr>
          <p:nvPr>
            <p:ph type="title"/>
          </p:nvPr>
        </p:nvSpPr>
        <p:spPr>
          <a:xfrm>
            <a:off x="179831" y="155806"/>
            <a:ext cx="6220969" cy="505908"/>
          </a:xfrm>
          <a:prstGeom prst="rect">
            <a:avLst/>
          </a:prstGeom>
          <a:noFill/>
          <a:ln>
            <a:noFill/>
          </a:ln>
        </p:spPr>
        <p:txBody>
          <a:bodyPr spcFirstLastPara="1" wrap="square" lIns="0" tIns="13325" rIns="0" bIns="0" anchor="t" anchorCtr="0">
            <a:spAutoFit/>
          </a:bodyPr>
          <a:lstStyle/>
          <a:p>
            <a:pPr marL="12700" lvl="0" indent="0" algn="l" rtl="0">
              <a:spcBef>
                <a:spcPts val="0"/>
              </a:spcBef>
              <a:spcAft>
                <a:spcPts val="0"/>
              </a:spcAft>
              <a:buNone/>
            </a:pPr>
            <a:r>
              <a:rPr lang="en-GB" sz="3200">
                <a:latin typeface="Calibri"/>
                <a:ea typeface="Calibri"/>
                <a:cs typeface="Calibri"/>
                <a:sym typeface="Calibri"/>
              </a:rPr>
              <a:t>Computer System</a:t>
            </a:r>
            <a:endParaRPr sz="3200">
              <a:latin typeface="Calibri"/>
              <a:ea typeface="Calibri"/>
              <a:cs typeface="Calibri"/>
              <a:sym typeface="Calibri"/>
            </a:endParaRPr>
          </a:p>
        </p:txBody>
      </p:sp>
      <p:sp>
        <p:nvSpPr>
          <p:cNvPr id="63" name="Google Shape;63;p2"/>
          <p:cNvSpPr/>
          <p:nvPr/>
        </p:nvSpPr>
        <p:spPr>
          <a:xfrm>
            <a:off x="457200" y="990600"/>
            <a:ext cx="8253984" cy="2225096"/>
          </a:xfrm>
          <a:prstGeom prst="rect">
            <a:avLst/>
          </a:prstGeom>
          <a:noFill/>
          <a:ln>
            <a:noFill/>
          </a:ln>
        </p:spPr>
        <p:txBody>
          <a:bodyPr spcFirstLastPara="1" wrap="square" lIns="91425" tIns="45700" rIns="91425" bIns="45700" anchor="t" anchorCtr="0">
            <a:spAutoFit/>
          </a:bodyPr>
          <a:lstStyle/>
          <a:p>
            <a:pPr marL="342900" marR="0" lvl="0" indent="-342900" algn="just" rtl="0">
              <a:lnSpc>
                <a:spcPct val="150000"/>
              </a:lnSpc>
              <a:spcBef>
                <a:spcPts val="0"/>
              </a:spcBef>
              <a:spcAft>
                <a:spcPts val="0"/>
              </a:spcAft>
              <a:buClr>
                <a:schemeClr val="dk1"/>
              </a:buClr>
              <a:buSzPts val="2200"/>
              <a:buFont typeface="Noto Sans Symbols"/>
              <a:buChar char="⮚"/>
            </a:pPr>
            <a:r>
              <a:rPr lang="en-GB" sz="2200">
                <a:solidFill>
                  <a:schemeClr val="dk1"/>
                </a:solidFill>
                <a:latin typeface="Calibri"/>
                <a:ea typeface="Calibri"/>
                <a:cs typeface="Calibri"/>
                <a:sym typeface="Calibri"/>
              </a:rPr>
              <a:t>A digital computer is defined as a device that operates upon information/data. </a:t>
            </a:r>
            <a:endParaRPr sz="2200">
              <a:solidFill>
                <a:schemeClr val="dk1"/>
              </a:solidFill>
              <a:latin typeface="Calibri"/>
              <a:ea typeface="Calibri"/>
              <a:cs typeface="Calibri"/>
              <a:sym typeface="Calibri"/>
            </a:endParaRPr>
          </a:p>
          <a:p>
            <a:pPr marL="342900" marR="0" lvl="0" indent="-342900" algn="just" rtl="0">
              <a:lnSpc>
                <a:spcPct val="150000"/>
              </a:lnSpc>
              <a:spcBef>
                <a:spcPts val="1200"/>
              </a:spcBef>
              <a:spcAft>
                <a:spcPts val="0"/>
              </a:spcAft>
              <a:buClr>
                <a:schemeClr val="dk1"/>
              </a:buClr>
              <a:buSzPts val="2200"/>
              <a:buFont typeface="Noto Sans Symbols"/>
              <a:buChar char="⮚"/>
            </a:pPr>
            <a:r>
              <a:rPr lang="en-GB" sz="2200">
                <a:solidFill>
                  <a:schemeClr val="dk1"/>
                </a:solidFill>
                <a:latin typeface="Calibri"/>
                <a:ea typeface="Calibri"/>
                <a:cs typeface="Calibri"/>
                <a:sym typeface="Calibri"/>
              </a:rPr>
              <a:t>To be able to process data, the computer is made of various functional units to perform its specified task.</a:t>
            </a:r>
            <a:endParaRPr sz="2200">
              <a:solidFill>
                <a:schemeClr val="dk1"/>
              </a:solidFill>
              <a:latin typeface="Calibri"/>
              <a:ea typeface="Calibri"/>
              <a:cs typeface="Calibri"/>
              <a:sym typeface="Calibri"/>
            </a:endParaRPr>
          </a:p>
        </p:txBody>
      </p:sp>
      <p:sp>
        <p:nvSpPr>
          <p:cNvPr id="64" name="Google Shape;64;p2" descr="https://lh3.googleusercontent.com/notebooklm/ANHWnzKR08W1m6fwRBA4Pk_gX5xrJTrSqRF7JITdfgGKjP3iAI6vkmx1vZ4YpQkz20j4ThLZXHGT_GjoIIIfOSJcOW6896hK87IUtthYU1I8aacxQPU76u7qkQpbtefjBxRPbFMYu5UXRg=w638-h479-v0?authuser=1"/>
          <p:cNvSpPr/>
          <p:nvPr/>
        </p:nvSpPr>
        <p:spPr>
          <a:xfrm>
            <a:off x="0" y="0"/>
            <a:ext cx="304800" cy="3048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pic>
        <p:nvPicPr>
          <p:cNvPr id="65" name="Google Shape;65;p2"/>
          <p:cNvPicPr preferRelativeResize="0"/>
          <p:nvPr/>
        </p:nvPicPr>
        <p:blipFill rotWithShape="1">
          <a:blip r:embed="rId3">
            <a:alphaModFix/>
          </a:blip>
          <a:srcRect t="8370"/>
          <a:stretch/>
        </p:blipFill>
        <p:spPr>
          <a:xfrm>
            <a:off x="2057400" y="3484897"/>
            <a:ext cx="4850892" cy="3149541"/>
          </a:xfrm>
          <a:prstGeom prst="rect">
            <a:avLst/>
          </a:prstGeom>
          <a:noFill/>
          <a:ln>
            <a:noFill/>
          </a:ln>
        </p:spPr>
      </p:pic>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Shape 69"/>
        <p:cNvGrpSpPr/>
        <p:nvPr/>
      </p:nvGrpSpPr>
      <p:grpSpPr>
        <a:xfrm>
          <a:off x="0" y="0"/>
          <a:ext cx="0" cy="0"/>
          <a:chOff x="0" y="0"/>
          <a:chExt cx="0" cy="0"/>
        </a:xfrm>
      </p:grpSpPr>
      <p:sp>
        <p:nvSpPr>
          <p:cNvPr id="70" name="Google Shape;70;p3"/>
          <p:cNvSpPr txBox="1">
            <a:spLocks noGrp="1"/>
          </p:cNvSpPr>
          <p:nvPr>
            <p:ph type="title"/>
          </p:nvPr>
        </p:nvSpPr>
        <p:spPr>
          <a:xfrm>
            <a:off x="152399" y="210670"/>
            <a:ext cx="6400801" cy="475130"/>
          </a:xfrm>
          <a:prstGeom prst="rect">
            <a:avLst/>
          </a:prstGeom>
          <a:noFill/>
          <a:ln>
            <a:noFill/>
          </a:ln>
        </p:spPr>
        <p:txBody>
          <a:bodyPr spcFirstLastPara="1" wrap="square" lIns="0" tIns="13325" rIns="0" bIns="0" anchor="t" anchorCtr="0">
            <a:spAutoFit/>
          </a:bodyPr>
          <a:lstStyle/>
          <a:p>
            <a:pPr marL="12700" lvl="0" indent="0" algn="l" rtl="0">
              <a:spcBef>
                <a:spcPts val="0"/>
              </a:spcBef>
              <a:spcAft>
                <a:spcPts val="0"/>
              </a:spcAft>
              <a:buNone/>
            </a:pPr>
            <a:r>
              <a:rPr lang="en-GB" sz="3000">
                <a:latin typeface="Calibri"/>
                <a:ea typeface="Calibri"/>
                <a:cs typeface="Calibri"/>
                <a:sym typeface="Calibri"/>
              </a:rPr>
              <a:t>Block Diagram of Computer System</a:t>
            </a:r>
            <a:endParaRPr sz="3000">
              <a:latin typeface="Calibri"/>
              <a:ea typeface="Calibri"/>
              <a:cs typeface="Calibri"/>
              <a:sym typeface="Calibri"/>
            </a:endParaRPr>
          </a:p>
        </p:txBody>
      </p:sp>
      <p:sp>
        <p:nvSpPr>
          <p:cNvPr id="71" name="Google Shape;71;p3"/>
          <p:cNvSpPr/>
          <p:nvPr/>
        </p:nvSpPr>
        <p:spPr>
          <a:xfrm>
            <a:off x="304800" y="914400"/>
            <a:ext cx="8610600" cy="1055545"/>
          </a:xfrm>
          <a:prstGeom prst="rect">
            <a:avLst/>
          </a:prstGeom>
          <a:noFill/>
          <a:ln>
            <a:noFill/>
          </a:ln>
        </p:spPr>
        <p:txBody>
          <a:bodyPr spcFirstLastPara="1" wrap="square" lIns="91425" tIns="45700" rIns="91425" bIns="45700" anchor="t" anchorCtr="0">
            <a:spAutoFit/>
          </a:bodyPr>
          <a:lstStyle/>
          <a:p>
            <a:pPr marL="342900" marR="0" lvl="0" indent="-342900" algn="just" rtl="0">
              <a:lnSpc>
                <a:spcPct val="150000"/>
              </a:lnSpc>
              <a:spcBef>
                <a:spcPts val="0"/>
              </a:spcBef>
              <a:spcAft>
                <a:spcPts val="0"/>
              </a:spcAft>
              <a:buClr>
                <a:schemeClr val="dk1"/>
              </a:buClr>
              <a:buSzPts val="2200"/>
              <a:buFont typeface="Noto Sans Symbols"/>
              <a:buChar char="⮚"/>
            </a:pPr>
            <a:r>
              <a:rPr lang="en-GB" sz="2200">
                <a:solidFill>
                  <a:schemeClr val="dk1"/>
                </a:solidFill>
                <a:latin typeface="Calibri"/>
                <a:ea typeface="Calibri"/>
                <a:cs typeface="Calibri"/>
                <a:sym typeface="Calibri"/>
              </a:rPr>
              <a:t>Block diagram provides the basic structure of a computer system where the main parts of the computer system are represented.</a:t>
            </a:r>
            <a:endParaRPr sz="2200">
              <a:solidFill>
                <a:schemeClr val="dk1"/>
              </a:solidFill>
              <a:latin typeface="Calibri"/>
              <a:ea typeface="Calibri"/>
              <a:cs typeface="Calibri"/>
              <a:sym typeface="Calibri"/>
            </a:endParaRPr>
          </a:p>
        </p:txBody>
      </p:sp>
      <p:pic>
        <p:nvPicPr>
          <p:cNvPr id="72" name="Google Shape;72;p3"/>
          <p:cNvPicPr preferRelativeResize="0"/>
          <p:nvPr/>
        </p:nvPicPr>
        <p:blipFill rotWithShape="1">
          <a:blip r:embed="rId3">
            <a:alphaModFix/>
          </a:blip>
          <a:srcRect/>
          <a:stretch/>
        </p:blipFill>
        <p:spPr>
          <a:xfrm>
            <a:off x="1722632" y="1969945"/>
            <a:ext cx="6301483" cy="4697744"/>
          </a:xfrm>
          <a:prstGeom prst="rect">
            <a:avLst/>
          </a:prstGeom>
          <a:noFill/>
          <a:ln>
            <a:noFill/>
          </a:ln>
        </p:spPr>
      </p:pic>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Shape 76"/>
        <p:cNvGrpSpPr/>
        <p:nvPr/>
      </p:nvGrpSpPr>
      <p:grpSpPr>
        <a:xfrm>
          <a:off x="0" y="0"/>
          <a:ext cx="0" cy="0"/>
          <a:chOff x="0" y="0"/>
          <a:chExt cx="0" cy="0"/>
        </a:xfrm>
      </p:grpSpPr>
      <p:sp>
        <p:nvSpPr>
          <p:cNvPr id="77" name="Google Shape;77;p4"/>
          <p:cNvSpPr txBox="1">
            <a:spLocks noGrp="1"/>
          </p:cNvSpPr>
          <p:nvPr>
            <p:ph type="title"/>
          </p:nvPr>
        </p:nvSpPr>
        <p:spPr>
          <a:xfrm>
            <a:off x="152399" y="210670"/>
            <a:ext cx="6400801" cy="475130"/>
          </a:xfrm>
          <a:prstGeom prst="rect">
            <a:avLst/>
          </a:prstGeom>
          <a:noFill/>
          <a:ln>
            <a:noFill/>
          </a:ln>
        </p:spPr>
        <p:txBody>
          <a:bodyPr spcFirstLastPara="1" wrap="square" lIns="0" tIns="13325" rIns="0" bIns="0" anchor="t" anchorCtr="0">
            <a:spAutoFit/>
          </a:bodyPr>
          <a:lstStyle/>
          <a:p>
            <a:pPr marL="12700" lvl="0" indent="0" algn="l" rtl="0">
              <a:spcBef>
                <a:spcPts val="0"/>
              </a:spcBef>
              <a:spcAft>
                <a:spcPts val="0"/>
              </a:spcAft>
              <a:buNone/>
            </a:pPr>
            <a:r>
              <a:rPr lang="en-GB" sz="3000">
                <a:latin typeface="Calibri"/>
                <a:ea typeface="Calibri"/>
                <a:cs typeface="Calibri"/>
                <a:sym typeface="Calibri"/>
              </a:rPr>
              <a:t>Block Diagram of Computer System</a:t>
            </a:r>
            <a:endParaRPr sz="3000">
              <a:latin typeface="Calibri"/>
              <a:ea typeface="Calibri"/>
              <a:cs typeface="Calibri"/>
              <a:sym typeface="Calibri"/>
            </a:endParaRPr>
          </a:p>
        </p:txBody>
      </p:sp>
      <p:sp>
        <p:nvSpPr>
          <p:cNvPr id="78" name="Google Shape;78;p4"/>
          <p:cNvSpPr/>
          <p:nvPr/>
        </p:nvSpPr>
        <p:spPr>
          <a:xfrm>
            <a:off x="381000" y="990600"/>
            <a:ext cx="8382000" cy="5078313"/>
          </a:xfrm>
          <a:prstGeom prst="rect">
            <a:avLst/>
          </a:prstGeom>
          <a:noFill/>
          <a:ln>
            <a:noFill/>
          </a:ln>
        </p:spPr>
        <p:txBody>
          <a:bodyPr spcFirstLastPara="1" wrap="square" lIns="91425" tIns="45700" rIns="91425" bIns="45700" anchor="t" anchorCtr="0">
            <a:spAutoFit/>
          </a:bodyPr>
          <a:lstStyle/>
          <a:p>
            <a:pPr marL="342900" marR="0" lvl="0" indent="-342900" algn="just" rtl="0">
              <a:lnSpc>
                <a:spcPct val="150000"/>
              </a:lnSpc>
              <a:spcBef>
                <a:spcPts val="0"/>
              </a:spcBef>
              <a:spcAft>
                <a:spcPts val="0"/>
              </a:spcAft>
              <a:buClr>
                <a:schemeClr val="dk1"/>
              </a:buClr>
              <a:buSzPts val="2200"/>
              <a:buFont typeface="Noto Sans Symbols"/>
              <a:buChar char="⮚"/>
            </a:pPr>
            <a:r>
              <a:rPr lang="en-GB" sz="2200">
                <a:solidFill>
                  <a:schemeClr val="dk1"/>
                </a:solidFill>
                <a:latin typeface="Calibri"/>
                <a:ea typeface="Calibri"/>
                <a:cs typeface="Calibri"/>
                <a:sym typeface="Calibri"/>
              </a:rPr>
              <a:t>Each block of the diagram performs particular tasks, and all blocks are well coordinated to run the system.</a:t>
            </a:r>
            <a:endParaRPr/>
          </a:p>
          <a:p>
            <a:pPr marL="342900" marR="0" lvl="0" indent="-342900" algn="just" rtl="0">
              <a:lnSpc>
                <a:spcPct val="150000"/>
              </a:lnSpc>
              <a:spcBef>
                <a:spcPts val="600"/>
              </a:spcBef>
              <a:spcAft>
                <a:spcPts val="0"/>
              </a:spcAft>
              <a:buClr>
                <a:schemeClr val="dk1"/>
              </a:buClr>
              <a:buSzPts val="2200"/>
              <a:buFont typeface="Noto Sans Symbols"/>
              <a:buChar char="⮚"/>
            </a:pPr>
            <a:r>
              <a:rPr lang="en-GB" sz="2200">
                <a:solidFill>
                  <a:schemeClr val="dk1"/>
                </a:solidFill>
                <a:latin typeface="Calibri"/>
                <a:ea typeface="Calibri"/>
                <a:cs typeface="Calibri"/>
                <a:sym typeface="Calibri"/>
              </a:rPr>
              <a:t>The Major Components of the block diagram of the computer system are:</a:t>
            </a:r>
            <a:endParaRPr/>
          </a:p>
          <a:p>
            <a:pPr marL="2328863" marR="0" lvl="0" indent="-538163" algn="just" rtl="0">
              <a:spcBef>
                <a:spcPts val="600"/>
              </a:spcBef>
              <a:spcAft>
                <a:spcPts val="0"/>
              </a:spcAft>
              <a:buClr>
                <a:schemeClr val="dk1"/>
              </a:buClr>
              <a:buSzPts val="2200"/>
              <a:buFont typeface="Noto Sans Symbols"/>
              <a:buChar char="❑"/>
            </a:pPr>
            <a:r>
              <a:rPr lang="en-GB" sz="2200" b="1">
                <a:solidFill>
                  <a:schemeClr val="dk1"/>
                </a:solidFill>
                <a:latin typeface="Calibri"/>
                <a:ea typeface="Calibri"/>
                <a:cs typeface="Calibri"/>
                <a:sym typeface="Calibri"/>
              </a:rPr>
              <a:t>Input Unit</a:t>
            </a:r>
            <a:endParaRPr/>
          </a:p>
          <a:p>
            <a:pPr marL="2328863" marR="0" lvl="0" indent="-538163" algn="just" rtl="0">
              <a:spcBef>
                <a:spcPts val="1200"/>
              </a:spcBef>
              <a:spcAft>
                <a:spcPts val="0"/>
              </a:spcAft>
              <a:buClr>
                <a:schemeClr val="dk1"/>
              </a:buClr>
              <a:buSzPts val="2200"/>
              <a:buFont typeface="Noto Sans Symbols"/>
              <a:buChar char="❑"/>
            </a:pPr>
            <a:r>
              <a:rPr lang="en-GB" sz="2200" b="1">
                <a:solidFill>
                  <a:schemeClr val="dk1"/>
                </a:solidFill>
                <a:latin typeface="Calibri"/>
                <a:ea typeface="Calibri"/>
                <a:cs typeface="Calibri"/>
                <a:sym typeface="Calibri"/>
              </a:rPr>
              <a:t>Output Unit</a:t>
            </a:r>
            <a:endParaRPr/>
          </a:p>
          <a:p>
            <a:pPr marL="2328863" marR="0" lvl="0" indent="-538163" algn="just" rtl="0">
              <a:spcBef>
                <a:spcPts val="1200"/>
              </a:spcBef>
              <a:spcAft>
                <a:spcPts val="0"/>
              </a:spcAft>
              <a:buClr>
                <a:schemeClr val="dk1"/>
              </a:buClr>
              <a:buSzPts val="2200"/>
              <a:buFont typeface="Noto Sans Symbols"/>
              <a:buChar char="❑"/>
            </a:pPr>
            <a:r>
              <a:rPr lang="en-GB" sz="2200" b="1">
                <a:solidFill>
                  <a:schemeClr val="dk1"/>
                </a:solidFill>
                <a:latin typeface="Calibri"/>
                <a:ea typeface="Calibri"/>
                <a:cs typeface="Calibri"/>
                <a:sym typeface="Calibri"/>
              </a:rPr>
              <a:t>Memory Unit</a:t>
            </a:r>
            <a:endParaRPr/>
          </a:p>
          <a:p>
            <a:pPr marL="2328863" marR="0" lvl="0" indent="-538163" algn="just" rtl="0">
              <a:spcBef>
                <a:spcPts val="1200"/>
              </a:spcBef>
              <a:spcAft>
                <a:spcPts val="0"/>
              </a:spcAft>
              <a:buClr>
                <a:schemeClr val="dk1"/>
              </a:buClr>
              <a:buSzPts val="2200"/>
              <a:buFont typeface="Noto Sans Symbols"/>
              <a:buChar char="❑"/>
            </a:pPr>
            <a:r>
              <a:rPr lang="en-GB" sz="2200" b="1">
                <a:solidFill>
                  <a:schemeClr val="dk1"/>
                </a:solidFill>
                <a:latin typeface="Calibri"/>
                <a:ea typeface="Calibri"/>
                <a:cs typeface="Calibri"/>
                <a:sym typeface="Calibri"/>
              </a:rPr>
              <a:t>Central Processing Unit (CPU)</a:t>
            </a:r>
            <a:endParaRPr sz="2200" b="1">
              <a:solidFill>
                <a:schemeClr val="dk1"/>
              </a:solidFill>
              <a:latin typeface="Calibri"/>
              <a:ea typeface="Calibri"/>
              <a:cs typeface="Calibri"/>
              <a:sym typeface="Calibri"/>
            </a:endParaRPr>
          </a:p>
          <a:p>
            <a:pPr marL="3051175" marR="0" lvl="0" indent="-269875" algn="just" rtl="0">
              <a:spcBef>
                <a:spcPts val="1200"/>
              </a:spcBef>
              <a:spcAft>
                <a:spcPts val="0"/>
              </a:spcAft>
              <a:buClr>
                <a:schemeClr val="dk1"/>
              </a:buClr>
              <a:buSzPts val="2200"/>
              <a:buFont typeface="Noto Sans Symbols"/>
              <a:buChar char="▪"/>
            </a:pPr>
            <a:r>
              <a:rPr lang="en-GB" sz="2200" b="1">
                <a:solidFill>
                  <a:schemeClr val="dk1"/>
                </a:solidFill>
                <a:latin typeface="Calibri"/>
                <a:ea typeface="Calibri"/>
                <a:cs typeface="Calibri"/>
                <a:sym typeface="Calibri"/>
              </a:rPr>
              <a:t>Control Unit (CU)</a:t>
            </a:r>
            <a:endParaRPr/>
          </a:p>
          <a:p>
            <a:pPr marL="3051175" marR="0" lvl="0" indent="-269875" algn="just" rtl="0">
              <a:spcBef>
                <a:spcPts val="1200"/>
              </a:spcBef>
              <a:spcAft>
                <a:spcPts val="0"/>
              </a:spcAft>
              <a:buClr>
                <a:schemeClr val="dk1"/>
              </a:buClr>
              <a:buSzPts val="2200"/>
              <a:buFont typeface="Noto Sans Symbols"/>
              <a:buChar char="▪"/>
            </a:pPr>
            <a:r>
              <a:rPr lang="en-GB" sz="2200" b="1">
                <a:solidFill>
                  <a:schemeClr val="dk1"/>
                </a:solidFill>
                <a:latin typeface="Calibri"/>
                <a:ea typeface="Calibri"/>
                <a:cs typeface="Calibri"/>
                <a:sym typeface="Calibri"/>
              </a:rPr>
              <a:t>Arithmetic And Logic Unit (ALU)</a:t>
            </a:r>
            <a:endParaRPr sz="2200" b="1">
              <a:solidFill>
                <a:schemeClr val="dk1"/>
              </a:solidFill>
              <a:latin typeface="Calibri"/>
              <a:ea typeface="Calibri"/>
              <a:cs typeface="Calibri"/>
              <a:sym typeface="Calibri"/>
            </a:endParaRPr>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Shape 82"/>
        <p:cNvGrpSpPr/>
        <p:nvPr/>
      </p:nvGrpSpPr>
      <p:grpSpPr>
        <a:xfrm>
          <a:off x="0" y="0"/>
          <a:ext cx="0" cy="0"/>
          <a:chOff x="0" y="0"/>
          <a:chExt cx="0" cy="0"/>
        </a:xfrm>
      </p:grpSpPr>
      <p:sp>
        <p:nvSpPr>
          <p:cNvPr id="83" name="Google Shape;83;p5"/>
          <p:cNvSpPr txBox="1">
            <a:spLocks noGrp="1"/>
          </p:cNvSpPr>
          <p:nvPr>
            <p:ph type="title"/>
          </p:nvPr>
        </p:nvSpPr>
        <p:spPr>
          <a:xfrm>
            <a:off x="179831" y="155806"/>
            <a:ext cx="6220969" cy="505908"/>
          </a:xfrm>
          <a:prstGeom prst="rect">
            <a:avLst/>
          </a:prstGeom>
          <a:noFill/>
          <a:ln>
            <a:noFill/>
          </a:ln>
        </p:spPr>
        <p:txBody>
          <a:bodyPr spcFirstLastPara="1" wrap="square" lIns="0" tIns="13325" rIns="0" bIns="0" anchor="t" anchorCtr="0">
            <a:spAutoFit/>
          </a:bodyPr>
          <a:lstStyle/>
          <a:p>
            <a:pPr marL="12700" lvl="0" indent="0" algn="l" rtl="0">
              <a:spcBef>
                <a:spcPts val="0"/>
              </a:spcBef>
              <a:spcAft>
                <a:spcPts val="0"/>
              </a:spcAft>
              <a:buNone/>
            </a:pPr>
            <a:r>
              <a:rPr lang="en-GB" sz="3200">
                <a:latin typeface="Calibri"/>
                <a:ea typeface="Calibri"/>
                <a:cs typeface="Calibri"/>
                <a:sym typeface="Calibri"/>
              </a:rPr>
              <a:t>Input Unit</a:t>
            </a:r>
            <a:endParaRPr sz="3200">
              <a:latin typeface="Calibri"/>
              <a:ea typeface="Calibri"/>
              <a:cs typeface="Calibri"/>
              <a:sym typeface="Calibri"/>
            </a:endParaRPr>
          </a:p>
        </p:txBody>
      </p:sp>
      <p:sp>
        <p:nvSpPr>
          <p:cNvPr id="84" name="Google Shape;84;p5"/>
          <p:cNvSpPr/>
          <p:nvPr/>
        </p:nvSpPr>
        <p:spPr>
          <a:xfrm>
            <a:off x="381000" y="1371600"/>
            <a:ext cx="8253984" cy="4210255"/>
          </a:xfrm>
          <a:prstGeom prst="rect">
            <a:avLst/>
          </a:prstGeom>
          <a:noFill/>
          <a:ln>
            <a:noFill/>
          </a:ln>
        </p:spPr>
        <p:txBody>
          <a:bodyPr spcFirstLastPara="1" wrap="square" lIns="91425" tIns="45700" rIns="91425" bIns="45700" anchor="t" anchorCtr="0">
            <a:spAutoFit/>
          </a:bodyPr>
          <a:lstStyle/>
          <a:p>
            <a:pPr marL="342900" marR="0" lvl="0" indent="-342900" algn="just" rtl="0">
              <a:lnSpc>
                <a:spcPct val="150000"/>
              </a:lnSpc>
              <a:spcBef>
                <a:spcPts val="0"/>
              </a:spcBef>
              <a:spcAft>
                <a:spcPts val="0"/>
              </a:spcAft>
              <a:buClr>
                <a:schemeClr val="dk1"/>
              </a:buClr>
              <a:buSzPts val="2200"/>
              <a:buFont typeface="Noto Sans Symbols"/>
              <a:buChar char="⮚"/>
            </a:pPr>
            <a:r>
              <a:rPr lang="en-GB" sz="2200">
                <a:solidFill>
                  <a:schemeClr val="dk1"/>
                </a:solidFill>
                <a:latin typeface="Calibri"/>
                <a:ea typeface="Calibri"/>
                <a:cs typeface="Calibri"/>
                <a:sym typeface="Calibri"/>
              </a:rPr>
              <a:t>The computer requires the input unit to receive data and information and then use it to solve problems. </a:t>
            </a:r>
            <a:endParaRPr sz="2200">
              <a:solidFill>
                <a:schemeClr val="dk1"/>
              </a:solidFill>
              <a:latin typeface="Calibri"/>
              <a:ea typeface="Calibri"/>
              <a:cs typeface="Calibri"/>
              <a:sym typeface="Calibri"/>
            </a:endParaRPr>
          </a:p>
          <a:p>
            <a:pPr marL="0" marR="0" lvl="0" indent="0" algn="just" rtl="0">
              <a:lnSpc>
                <a:spcPct val="150000"/>
              </a:lnSpc>
              <a:spcBef>
                <a:spcPts val="1200"/>
              </a:spcBef>
              <a:spcAft>
                <a:spcPts val="0"/>
              </a:spcAft>
              <a:buNone/>
            </a:pPr>
            <a:endParaRPr sz="2200">
              <a:solidFill>
                <a:schemeClr val="dk1"/>
              </a:solidFill>
              <a:latin typeface="Calibri"/>
              <a:ea typeface="Calibri"/>
              <a:cs typeface="Calibri"/>
              <a:sym typeface="Calibri"/>
            </a:endParaRPr>
          </a:p>
          <a:p>
            <a:pPr marL="342900" marR="0" lvl="0" indent="-342900" algn="just" rtl="0">
              <a:lnSpc>
                <a:spcPct val="150000"/>
              </a:lnSpc>
              <a:spcBef>
                <a:spcPts val="1200"/>
              </a:spcBef>
              <a:spcAft>
                <a:spcPts val="0"/>
              </a:spcAft>
              <a:buClr>
                <a:schemeClr val="dk1"/>
              </a:buClr>
              <a:buSzPts val="2200"/>
              <a:buFont typeface="Noto Sans Symbols"/>
              <a:buChar char="⮚"/>
            </a:pPr>
            <a:r>
              <a:rPr lang="en-GB" sz="2200">
                <a:solidFill>
                  <a:schemeClr val="dk1"/>
                </a:solidFill>
                <a:latin typeface="Calibri"/>
                <a:ea typeface="Calibri"/>
                <a:cs typeface="Calibri"/>
                <a:sym typeface="Calibri"/>
              </a:rPr>
              <a:t>The user provides the computer with data and information. </a:t>
            </a:r>
            <a:endParaRPr sz="2200">
              <a:solidFill>
                <a:schemeClr val="dk1"/>
              </a:solidFill>
              <a:latin typeface="Calibri"/>
              <a:ea typeface="Calibri"/>
              <a:cs typeface="Calibri"/>
              <a:sym typeface="Calibri"/>
            </a:endParaRPr>
          </a:p>
          <a:p>
            <a:pPr marL="0" marR="0" lvl="0" indent="0" algn="just" rtl="0">
              <a:lnSpc>
                <a:spcPct val="150000"/>
              </a:lnSpc>
              <a:spcBef>
                <a:spcPts val="1200"/>
              </a:spcBef>
              <a:spcAft>
                <a:spcPts val="0"/>
              </a:spcAft>
              <a:buNone/>
            </a:pPr>
            <a:endParaRPr sz="2200">
              <a:solidFill>
                <a:schemeClr val="dk1"/>
              </a:solidFill>
              <a:latin typeface="Calibri"/>
              <a:ea typeface="Calibri"/>
              <a:cs typeface="Calibri"/>
              <a:sym typeface="Calibri"/>
            </a:endParaRPr>
          </a:p>
          <a:p>
            <a:pPr marL="342900" marR="0" lvl="0" indent="-342900" algn="just" rtl="0">
              <a:lnSpc>
                <a:spcPct val="150000"/>
              </a:lnSpc>
              <a:spcBef>
                <a:spcPts val="1200"/>
              </a:spcBef>
              <a:spcAft>
                <a:spcPts val="0"/>
              </a:spcAft>
              <a:buClr>
                <a:schemeClr val="dk1"/>
              </a:buClr>
              <a:buSzPts val="2200"/>
              <a:buFont typeface="Noto Sans Symbols"/>
              <a:buChar char="⮚"/>
            </a:pPr>
            <a:r>
              <a:rPr lang="en-GB" sz="2200">
                <a:solidFill>
                  <a:schemeClr val="dk1"/>
                </a:solidFill>
                <a:latin typeface="Calibri"/>
                <a:ea typeface="Calibri"/>
                <a:cs typeface="Calibri"/>
                <a:sym typeface="Calibri"/>
              </a:rPr>
              <a:t>The input unit is made up of a variety of input devices. Some input devices are a keyboard, mouse, microphone, scanner, etc.</a:t>
            </a:r>
            <a:endParaRPr/>
          </a:p>
        </p:txBody>
      </p:sp>
      <p:sp>
        <p:nvSpPr>
          <p:cNvPr id="85" name="Google Shape;85;p5" descr="https://lh3.googleusercontent.com/notebooklm/ANHWnzKR08W1m6fwRBA4Pk_gX5xrJTrSqRF7JITdfgGKjP3iAI6vkmx1vZ4YpQkz20j4ThLZXHGT_GjoIIIfOSJcOW6896hK87IUtthYU1I8aacxQPU76u7qkQpbtefjBxRPbFMYu5UXRg=w638-h479-v0?authuser=1"/>
          <p:cNvSpPr/>
          <p:nvPr/>
        </p:nvSpPr>
        <p:spPr>
          <a:xfrm>
            <a:off x="0" y="0"/>
            <a:ext cx="304800" cy="3048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Shape 89"/>
        <p:cNvGrpSpPr/>
        <p:nvPr/>
      </p:nvGrpSpPr>
      <p:grpSpPr>
        <a:xfrm>
          <a:off x="0" y="0"/>
          <a:ext cx="0" cy="0"/>
          <a:chOff x="0" y="0"/>
          <a:chExt cx="0" cy="0"/>
        </a:xfrm>
      </p:grpSpPr>
      <p:sp>
        <p:nvSpPr>
          <p:cNvPr id="90" name="Google Shape;90;p6"/>
          <p:cNvSpPr txBox="1">
            <a:spLocks noGrp="1"/>
          </p:cNvSpPr>
          <p:nvPr>
            <p:ph type="title"/>
          </p:nvPr>
        </p:nvSpPr>
        <p:spPr>
          <a:xfrm>
            <a:off x="179831" y="155806"/>
            <a:ext cx="6220969" cy="505908"/>
          </a:xfrm>
          <a:prstGeom prst="rect">
            <a:avLst/>
          </a:prstGeom>
          <a:noFill/>
          <a:ln>
            <a:noFill/>
          </a:ln>
        </p:spPr>
        <p:txBody>
          <a:bodyPr spcFirstLastPara="1" wrap="square" lIns="0" tIns="13325" rIns="0" bIns="0" anchor="t" anchorCtr="0">
            <a:spAutoFit/>
          </a:bodyPr>
          <a:lstStyle/>
          <a:p>
            <a:pPr marL="12700" lvl="0" indent="0" algn="l" rtl="0">
              <a:spcBef>
                <a:spcPts val="0"/>
              </a:spcBef>
              <a:spcAft>
                <a:spcPts val="0"/>
              </a:spcAft>
              <a:buNone/>
            </a:pPr>
            <a:r>
              <a:rPr lang="en-GB" sz="3200">
                <a:latin typeface="Calibri"/>
                <a:ea typeface="Calibri"/>
                <a:cs typeface="Calibri"/>
                <a:sym typeface="Calibri"/>
              </a:rPr>
              <a:t>Basic Functions of Input Unit</a:t>
            </a:r>
            <a:endParaRPr sz="3200">
              <a:latin typeface="Calibri"/>
              <a:ea typeface="Calibri"/>
              <a:cs typeface="Calibri"/>
              <a:sym typeface="Calibri"/>
            </a:endParaRPr>
          </a:p>
        </p:txBody>
      </p:sp>
      <p:sp>
        <p:nvSpPr>
          <p:cNvPr id="91" name="Google Shape;91;p6"/>
          <p:cNvSpPr/>
          <p:nvPr/>
        </p:nvSpPr>
        <p:spPr>
          <a:xfrm>
            <a:off x="457200" y="1524000"/>
            <a:ext cx="8253984" cy="3548536"/>
          </a:xfrm>
          <a:prstGeom prst="rect">
            <a:avLst/>
          </a:prstGeom>
          <a:noFill/>
          <a:ln>
            <a:noFill/>
          </a:ln>
        </p:spPr>
        <p:txBody>
          <a:bodyPr spcFirstLastPara="1" wrap="square" lIns="91425" tIns="45700" rIns="91425" bIns="45700" anchor="t" anchorCtr="0">
            <a:spAutoFit/>
          </a:bodyPr>
          <a:lstStyle/>
          <a:p>
            <a:pPr marL="342900" marR="0" lvl="0" indent="-342900" algn="just" rtl="0">
              <a:lnSpc>
                <a:spcPct val="150000"/>
              </a:lnSpc>
              <a:spcBef>
                <a:spcPts val="0"/>
              </a:spcBef>
              <a:spcAft>
                <a:spcPts val="0"/>
              </a:spcAft>
              <a:buClr>
                <a:schemeClr val="dk1"/>
              </a:buClr>
              <a:buSzPts val="2200"/>
              <a:buFont typeface="Noto Sans Symbols"/>
              <a:buChar char="⮚"/>
            </a:pPr>
            <a:r>
              <a:rPr lang="en-GB" sz="2200">
                <a:solidFill>
                  <a:schemeClr val="dk1"/>
                </a:solidFill>
                <a:latin typeface="Calibri"/>
                <a:ea typeface="Calibri"/>
                <a:cs typeface="Calibri"/>
                <a:sym typeface="Calibri"/>
              </a:rPr>
              <a:t>Accept data from the user.</a:t>
            </a:r>
            <a:endParaRPr/>
          </a:p>
          <a:p>
            <a:pPr marL="342900" marR="0" lvl="0" indent="-342900" algn="just" rtl="0">
              <a:lnSpc>
                <a:spcPct val="150000"/>
              </a:lnSpc>
              <a:spcBef>
                <a:spcPts val="1200"/>
              </a:spcBef>
              <a:spcAft>
                <a:spcPts val="0"/>
              </a:spcAft>
              <a:buClr>
                <a:schemeClr val="dk1"/>
              </a:buClr>
              <a:buSzPts val="2200"/>
              <a:buFont typeface="Noto Sans Symbols"/>
              <a:buChar char="⮚"/>
            </a:pPr>
            <a:r>
              <a:rPr lang="en-GB" sz="2200">
                <a:solidFill>
                  <a:schemeClr val="dk1"/>
                </a:solidFill>
                <a:latin typeface="Calibri"/>
                <a:ea typeface="Calibri"/>
                <a:cs typeface="Calibri"/>
                <a:sym typeface="Calibri"/>
              </a:rPr>
              <a:t>Convert the data from electrical signals to computer-readable machine language.</a:t>
            </a:r>
            <a:endParaRPr/>
          </a:p>
          <a:p>
            <a:pPr marL="342900" marR="0" lvl="0" indent="-342900" algn="just" rtl="0">
              <a:lnSpc>
                <a:spcPct val="150000"/>
              </a:lnSpc>
              <a:spcBef>
                <a:spcPts val="1200"/>
              </a:spcBef>
              <a:spcAft>
                <a:spcPts val="0"/>
              </a:spcAft>
              <a:buClr>
                <a:schemeClr val="dk1"/>
              </a:buClr>
              <a:buSzPts val="2200"/>
              <a:buFont typeface="Noto Sans Symbols"/>
              <a:buChar char="⮚"/>
            </a:pPr>
            <a:r>
              <a:rPr lang="en-GB" sz="2200">
                <a:solidFill>
                  <a:schemeClr val="dk1"/>
                </a:solidFill>
                <a:latin typeface="Calibri"/>
                <a:ea typeface="Calibri"/>
                <a:cs typeface="Calibri"/>
                <a:sym typeface="Calibri"/>
              </a:rPr>
              <a:t>Instruct the CPU to receive data from the input devices.</a:t>
            </a:r>
            <a:endParaRPr/>
          </a:p>
          <a:p>
            <a:pPr marL="342900" marR="0" lvl="0" indent="-342900" algn="just" rtl="0">
              <a:lnSpc>
                <a:spcPct val="150000"/>
              </a:lnSpc>
              <a:spcBef>
                <a:spcPts val="1200"/>
              </a:spcBef>
              <a:spcAft>
                <a:spcPts val="0"/>
              </a:spcAft>
              <a:buClr>
                <a:schemeClr val="dk1"/>
              </a:buClr>
              <a:buSzPts val="2200"/>
              <a:buFont typeface="Noto Sans Symbols"/>
              <a:buChar char="⮚"/>
            </a:pPr>
            <a:r>
              <a:rPr lang="en-GB" sz="2200">
                <a:solidFill>
                  <a:schemeClr val="dk1"/>
                </a:solidFill>
                <a:latin typeface="Calibri"/>
                <a:ea typeface="Calibri"/>
                <a:cs typeface="Calibri"/>
                <a:sym typeface="Calibri"/>
              </a:rPr>
              <a:t>Provide the transformed data to the CPU through the memory unit for further processing.</a:t>
            </a:r>
            <a:endParaRPr sz="2200">
              <a:solidFill>
                <a:schemeClr val="dk1"/>
              </a:solidFill>
              <a:latin typeface="Calibri"/>
              <a:ea typeface="Calibri"/>
              <a:cs typeface="Calibri"/>
              <a:sym typeface="Calibri"/>
            </a:endParaRPr>
          </a:p>
        </p:txBody>
      </p:sp>
      <p:sp>
        <p:nvSpPr>
          <p:cNvPr id="92" name="Google Shape;92;p6" descr="https://lh3.googleusercontent.com/notebooklm/ANHWnzKR08W1m6fwRBA4Pk_gX5xrJTrSqRF7JITdfgGKjP3iAI6vkmx1vZ4YpQkz20j4ThLZXHGT_GjoIIIfOSJcOW6896hK87IUtthYU1I8aacxQPU76u7qkQpbtefjBxRPbFMYu5UXRg=w638-h479-v0?authuser=1"/>
          <p:cNvSpPr/>
          <p:nvPr/>
        </p:nvSpPr>
        <p:spPr>
          <a:xfrm>
            <a:off x="0" y="0"/>
            <a:ext cx="304800" cy="3048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Shape 96"/>
        <p:cNvGrpSpPr/>
        <p:nvPr/>
      </p:nvGrpSpPr>
      <p:grpSpPr>
        <a:xfrm>
          <a:off x="0" y="0"/>
          <a:ext cx="0" cy="0"/>
          <a:chOff x="0" y="0"/>
          <a:chExt cx="0" cy="0"/>
        </a:xfrm>
      </p:grpSpPr>
      <p:sp>
        <p:nvSpPr>
          <p:cNvPr id="97" name="Google Shape;97;p7"/>
          <p:cNvSpPr txBox="1">
            <a:spLocks noGrp="1"/>
          </p:cNvSpPr>
          <p:nvPr>
            <p:ph type="title"/>
          </p:nvPr>
        </p:nvSpPr>
        <p:spPr>
          <a:xfrm>
            <a:off x="179831" y="155806"/>
            <a:ext cx="6220969" cy="505908"/>
          </a:xfrm>
          <a:prstGeom prst="rect">
            <a:avLst/>
          </a:prstGeom>
          <a:noFill/>
          <a:ln>
            <a:noFill/>
          </a:ln>
        </p:spPr>
        <p:txBody>
          <a:bodyPr spcFirstLastPara="1" wrap="square" lIns="0" tIns="13325" rIns="0" bIns="0" anchor="t" anchorCtr="0">
            <a:spAutoFit/>
          </a:bodyPr>
          <a:lstStyle/>
          <a:p>
            <a:pPr marL="12700" lvl="0" indent="0" algn="l" rtl="0">
              <a:spcBef>
                <a:spcPts val="0"/>
              </a:spcBef>
              <a:spcAft>
                <a:spcPts val="0"/>
              </a:spcAft>
              <a:buNone/>
            </a:pPr>
            <a:r>
              <a:rPr lang="en-GB" sz="3200">
                <a:latin typeface="Calibri"/>
                <a:ea typeface="Calibri"/>
                <a:cs typeface="Calibri"/>
                <a:sym typeface="Calibri"/>
              </a:rPr>
              <a:t>Input Unit (Devices)</a:t>
            </a:r>
            <a:endParaRPr sz="3200">
              <a:latin typeface="Calibri"/>
              <a:ea typeface="Calibri"/>
              <a:cs typeface="Calibri"/>
              <a:sym typeface="Calibri"/>
            </a:endParaRPr>
          </a:p>
        </p:txBody>
      </p:sp>
      <p:sp>
        <p:nvSpPr>
          <p:cNvPr id="98" name="Google Shape;98;p7" descr="https://lh3.googleusercontent.com/notebooklm/ANHWnzKR08W1m6fwRBA4Pk_gX5xrJTrSqRF7JITdfgGKjP3iAI6vkmx1vZ4YpQkz20j4ThLZXHGT_GjoIIIfOSJcOW6896hK87IUtthYU1I8aacxQPU76u7qkQpbtefjBxRPbFMYu5UXRg=w638-h479-v0?authuser=1"/>
          <p:cNvSpPr/>
          <p:nvPr/>
        </p:nvSpPr>
        <p:spPr>
          <a:xfrm>
            <a:off x="0" y="0"/>
            <a:ext cx="304800" cy="3048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99" name="Google Shape;99;p7" descr="What are The Input Devices of Computer System – Chtips"/>
          <p:cNvSpPr/>
          <p:nvPr/>
        </p:nvSpPr>
        <p:spPr>
          <a:xfrm>
            <a:off x="155575" y="-144463"/>
            <a:ext cx="304800" cy="304801"/>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pic>
        <p:nvPicPr>
          <p:cNvPr id="100" name="Google Shape;100;p7"/>
          <p:cNvPicPr preferRelativeResize="0"/>
          <p:nvPr/>
        </p:nvPicPr>
        <p:blipFill rotWithShape="1">
          <a:blip r:embed="rId3">
            <a:alphaModFix/>
          </a:blip>
          <a:srcRect/>
          <a:stretch/>
        </p:blipFill>
        <p:spPr>
          <a:xfrm>
            <a:off x="762000" y="945941"/>
            <a:ext cx="7610475" cy="5724525"/>
          </a:xfrm>
          <a:prstGeom prst="rect">
            <a:avLst/>
          </a:prstGeom>
          <a:noFill/>
          <a:ln>
            <a:noFill/>
          </a:ln>
        </p:spPr>
      </p:pic>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Shape 111"/>
        <p:cNvGrpSpPr/>
        <p:nvPr/>
      </p:nvGrpSpPr>
      <p:grpSpPr>
        <a:xfrm>
          <a:off x="0" y="0"/>
          <a:ext cx="0" cy="0"/>
          <a:chOff x="0" y="0"/>
          <a:chExt cx="0" cy="0"/>
        </a:xfrm>
      </p:grpSpPr>
      <p:sp>
        <p:nvSpPr>
          <p:cNvPr id="112" name="Google Shape;112;p9"/>
          <p:cNvSpPr txBox="1">
            <a:spLocks noGrp="1"/>
          </p:cNvSpPr>
          <p:nvPr>
            <p:ph type="title"/>
          </p:nvPr>
        </p:nvSpPr>
        <p:spPr>
          <a:xfrm>
            <a:off x="179831" y="155806"/>
            <a:ext cx="6220969" cy="505908"/>
          </a:xfrm>
          <a:prstGeom prst="rect">
            <a:avLst/>
          </a:prstGeom>
          <a:noFill/>
          <a:ln>
            <a:noFill/>
          </a:ln>
        </p:spPr>
        <p:txBody>
          <a:bodyPr spcFirstLastPara="1" wrap="square" lIns="0" tIns="13325" rIns="0" bIns="0" anchor="t" anchorCtr="0">
            <a:spAutoFit/>
          </a:bodyPr>
          <a:lstStyle/>
          <a:p>
            <a:pPr marL="12700" lvl="0" indent="0" algn="l" rtl="0">
              <a:spcBef>
                <a:spcPts val="0"/>
              </a:spcBef>
              <a:spcAft>
                <a:spcPts val="0"/>
              </a:spcAft>
              <a:buNone/>
            </a:pPr>
            <a:r>
              <a:rPr lang="en-GB" sz="3200">
                <a:latin typeface="Calibri"/>
                <a:ea typeface="Calibri"/>
                <a:cs typeface="Calibri"/>
                <a:sym typeface="Calibri"/>
              </a:rPr>
              <a:t>Basic Functions of Output Unit</a:t>
            </a:r>
            <a:endParaRPr sz="3200">
              <a:latin typeface="Calibri"/>
              <a:ea typeface="Calibri"/>
              <a:cs typeface="Calibri"/>
              <a:sym typeface="Calibri"/>
            </a:endParaRPr>
          </a:p>
        </p:txBody>
      </p:sp>
      <p:sp>
        <p:nvSpPr>
          <p:cNvPr id="113" name="Google Shape;113;p9"/>
          <p:cNvSpPr/>
          <p:nvPr/>
        </p:nvSpPr>
        <p:spPr>
          <a:xfrm>
            <a:off x="457200" y="1447800"/>
            <a:ext cx="8253984" cy="3902479"/>
          </a:xfrm>
          <a:prstGeom prst="rect">
            <a:avLst/>
          </a:prstGeom>
          <a:noFill/>
          <a:ln>
            <a:noFill/>
          </a:ln>
        </p:spPr>
        <p:txBody>
          <a:bodyPr spcFirstLastPara="1" wrap="square" lIns="91425" tIns="45700" rIns="91425" bIns="45700" anchor="t" anchorCtr="0">
            <a:spAutoFit/>
          </a:bodyPr>
          <a:lstStyle/>
          <a:p>
            <a:pPr marL="342900" marR="0" lvl="0" indent="-342900" algn="just" rtl="0">
              <a:lnSpc>
                <a:spcPct val="150000"/>
              </a:lnSpc>
              <a:spcBef>
                <a:spcPts val="0"/>
              </a:spcBef>
              <a:spcAft>
                <a:spcPts val="0"/>
              </a:spcAft>
              <a:buClr>
                <a:schemeClr val="dk1"/>
              </a:buClr>
              <a:buSzPts val="2200"/>
              <a:buFont typeface="Noto Sans Symbols"/>
              <a:buChar char="⮚"/>
            </a:pPr>
            <a:r>
              <a:rPr lang="en-GB" sz="2200">
                <a:solidFill>
                  <a:schemeClr val="dk1"/>
                </a:solidFill>
                <a:latin typeface="Calibri"/>
                <a:ea typeface="Calibri"/>
                <a:cs typeface="Calibri"/>
                <a:sym typeface="Calibri"/>
              </a:rPr>
              <a:t>The computer’s output unit communicates the results of processing and information to the outside world. </a:t>
            </a:r>
            <a:endParaRPr sz="2200">
              <a:solidFill>
                <a:schemeClr val="dk1"/>
              </a:solidFill>
              <a:latin typeface="Calibri"/>
              <a:ea typeface="Calibri"/>
              <a:cs typeface="Calibri"/>
              <a:sym typeface="Calibri"/>
            </a:endParaRPr>
          </a:p>
          <a:p>
            <a:pPr marL="342900" marR="0" lvl="0" indent="-342900" algn="just" rtl="0">
              <a:lnSpc>
                <a:spcPct val="150000"/>
              </a:lnSpc>
              <a:spcBef>
                <a:spcPts val="1200"/>
              </a:spcBef>
              <a:spcAft>
                <a:spcPts val="0"/>
              </a:spcAft>
              <a:buClr>
                <a:schemeClr val="dk1"/>
              </a:buClr>
              <a:buSzPts val="2200"/>
              <a:buFont typeface="Noto Sans Symbols"/>
              <a:buChar char="⮚"/>
            </a:pPr>
            <a:r>
              <a:rPr lang="en-GB" sz="2200">
                <a:solidFill>
                  <a:schemeClr val="dk1"/>
                </a:solidFill>
                <a:latin typeface="Calibri"/>
                <a:ea typeface="Calibri"/>
                <a:cs typeface="Calibri"/>
                <a:sym typeface="Calibri"/>
              </a:rPr>
              <a:t>In general, the output unit reverses the process of the input unit, converting machine language into electronic signals readable by the output devices. </a:t>
            </a:r>
            <a:endParaRPr sz="2200">
              <a:solidFill>
                <a:schemeClr val="dk1"/>
              </a:solidFill>
              <a:latin typeface="Calibri"/>
              <a:ea typeface="Calibri"/>
              <a:cs typeface="Calibri"/>
              <a:sym typeface="Calibri"/>
            </a:endParaRPr>
          </a:p>
          <a:p>
            <a:pPr marL="342900" marR="0" lvl="0" indent="-342900" algn="just" rtl="0">
              <a:lnSpc>
                <a:spcPct val="150000"/>
              </a:lnSpc>
              <a:spcBef>
                <a:spcPts val="1200"/>
              </a:spcBef>
              <a:spcAft>
                <a:spcPts val="0"/>
              </a:spcAft>
              <a:buClr>
                <a:schemeClr val="dk1"/>
              </a:buClr>
              <a:buSzPts val="2200"/>
              <a:buFont typeface="Noto Sans Symbols"/>
              <a:buChar char="⮚"/>
            </a:pPr>
            <a:r>
              <a:rPr lang="en-GB" sz="2200">
                <a:solidFill>
                  <a:schemeClr val="dk1"/>
                </a:solidFill>
                <a:latin typeface="Calibri"/>
                <a:ea typeface="Calibri"/>
                <a:cs typeface="Calibri"/>
                <a:sym typeface="Calibri"/>
              </a:rPr>
              <a:t>The Visual Display Unit (VDU), usually known as the monitor, is the most commonly utilized output device.</a:t>
            </a:r>
            <a:endParaRPr/>
          </a:p>
        </p:txBody>
      </p:sp>
      <p:sp>
        <p:nvSpPr>
          <p:cNvPr id="114" name="Google Shape;114;p9" descr="https://lh3.googleusercontent.com/notebooklm/ANHWnzKR08W1m6fwRBA4Pk_gX5xrJTrSqRF7JITdfgGKjP3iAI6vkmx1vZ4YpQkz20j4ThLZXHGT_GjoIIIfOSJcOW6896hK87IUtthYU1I8aacxQPU76u7qkQpbtefjBxRPbFMYu5UXRg=w638-h479-v0?authuser=1"/>
          <p:cNvSpPr/>
          <p:nvPr/>
        </p:nvSpPr>
        <p:spPr>
          <a:xfrm>
            <a:off x="0" y="0"/>
            <a:ext cx="304800" cy="3048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Shape 118"/>
        <p:cNvGrpSpPr/>
        <p:nvPr/>
      </p:nvGrpSpPr>
      <p:grpSpPr>
        <a:xfrm>
          <a:off x="0" y="0"/>
          <a:ext cx="0" cy="0"/>
          <a:chOff x="0" y="0"/>
          <a:chExt cx="0" cy="0"/>
        </a:xfrm>
      </p:grpSpPr>
      <p:sp>
        <p:nvSpPr>
          <p:cNvPr id="119" name="Google Shape;119;p10"/>
          <p:cNvSpPr txBox="1">
            <a:spLocks noGrp="1"/>
          </p:cNvSpPr>
          <p:nvPr>
            <p:ph type="title"/>
          </p:nvPr>
        </p:nvSpPr>
        <p:spPr>
          <a:xfrm>
            <a:off x="179831" y="155806"/>
            <a:ext cx="6220969" cy="505908"/>
          </a:xfrm>
          <a:prstGeom prst="rect">
            <a:avLst/>
          </a:prstGeom>
          <a:noFill/>
          <a:ln>
            <a:noFill/>
          </a:ln>
        </p:spPr>
        <p:txBody>
          <a:bodyPr spcFirstLastPara="1" wrap="square" lIns="0" tIns="13325" rIns="0" bIns="0" anchor="t" anchorCtr="0">
            <a:spAutoFit/>
          </a:bodyPr>
          <a:lstStyle/>
          <a:p>
            <a:pPr marL="12700" lvl="0" indent="0" algn="l" rtl="0">
              <a:spcBef>
                <a:spcPts val="0"/>
              </a:spcBef>
              <a:spcAft>
                <a:spcPts val="0"/>
              </a:spcAft>
              <a:buNone/>
            </a:pPr>
            <a:r>
              <a:rPr lang="en-GB" sz="3200">
                <a:latin typeface="Calibri"/>
                <a:ea typeface="Calibri"/>
                <a:cs typeface="Calibri"/>
                <a:sym typeface="Calibri"/>
              </a:rPr>
              <a:t>Output Unit (Devices)</a:t>
            </a:r>
            <a:endParaRPr sz="3200">
              <a:latin typeface="Calibri"/>
              <a:ea typeface="Calibri"/>
              <a:cs typeface="Calibri"/>
              <a:sym typeface="Calibri"/>
            </a:endParaRPr>
          </a:p>
        </p:txBody>
      </p:sp>
      <p:sp>
        <p:nvSpPr>
          <p:cNvPr id="120" name="Google Shape;120;p10" descr="https://lh3.googleusercontent.com/notebooklm/ANHWnzKR08W1m6fwRBA4Pk_gX5xrJTrSqRF7JITdfgGKjP3iAI6vkmx1vZ4YpQkz20j4ThLZXHGT_GjoIIIfOSJcOW6896hK87IUtthYU1I8aacxQPU76u7qkQpbtefjBxRPbFMYu5UXRg=w638-h479-v0?authuser=1"/>
          <p:cNvSpPr/>
          <p:nvPr/>
        </p:nvSpPr>
        <p:spPr>
          <a:xfrm>
            <a:off x="0" y="0"/>
            <a:ext cx="304800" cy="3048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pic>
        <p:nvPicPr>
          <p:cNvPr id="121" name="Google Shape;121;p10"/>
          <p:cNvPicPr preferRelativeResize="0"/>
          <p:nvPr/>
        </p:nvPicPr>
        <p:blipFill rotWithShape="1">
          <a:blip r:embed="rId3">
            <a:alphaModFix/>
          </a:blip>
          <a:srcRect/>
          <a:stretch/>
        </p:blipFill>
        <p:spPr>
          <a:xfrm>
            <a:off x="766762" y="951739"/>
            <a:ext cx="7610475" cy="5724525"/>
          </a:xfrm>
          <a:prstGeom prst="rect">
            <a:avLst/>
          </a:prstGeom>
          <a:noFill/>
          <a:ln>
            <a:noFill/>
          </a:ln>
        </p:spPr>
      </p:pic>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Shape 125"/>
        <p:cNvGrpSpPr/>
        <p:nvPr/>
      </p:nvGrpSpPr>
      <p:grpSpPr>
        <a:xfrm>
          <a:off x="0" y="0"/>
          <a:ext cx="0" cy="0"/>
          <a:chOff x="0" y="0"/>
          <a:chExt cx="0" cy="0"/>
        </a:xfrm>
      </p:grpSpPr>
      <p:sp>
        <p:nvSpPr>
          <p:cNvPr id="126" name="Google Shape;126;p11"/>
          <p:cNvSpPr txBox="1">
            <a:spLocks noGrp="1"/>
          </p:cNvSpPr>
          <p:nvPr>
            <p:ph type="title"/>
          </p:nvPr>
        </p:nvSpPr>
        <p:spPr>
          <a:xfrm>
            <a:off x="179831" y="155806"/>
            <a:ext cx="6220969" cy="505908"/>
          </a:xfrm>
          <a:prstGeom prst="rect">
            <a:avLst/>
          </a:prstGeom>
          <a:noFill/>
          <a:ln>
            <a:noFill/>
          </a:ln>
        </p:spPr>
        <p:txBody>
          <a:bodyPr spcFirstLastPara="1" wrap="square" lIns="0" tIns="13325" rIns="0" bIns="0" anchor="t" anchorCtr="0">
            <a:spAutoFit/>
          </a:bodyPr>
          <a:lstStyle/>
          <a:p>
            <a:pPr marL="12700" lvl="0" indent="0" algn="l" rtl="0">
              <a:spcBef>
                <a:spcPts val="0"/>
              </a:spcBef>
              <a:spcAft>
                <a:spcPts val="0"/>
              </a:spcAft>
              <a:buNone/>
            </a:pPr>
            <a:r>
              <a:rPr lang="en-GB" sz="3200">
                <a:latin typeface="Calibri"/>
                <a:ea typeface="Calibri"/>
                <a:cs typeface="Calibri"/>
                <a:sym typeface="Calibri"/>
              </a:rPr>
              <a:t>Storage (Memory) Unit</a:t>
            </a:r>
            <a:endParaRPr sz="3200">
              <a:latin typeface="Calibri"/>
              <a:ea typeface="Calibri"/>
              <a:cs typeface="Calibri"/>
              <a:sym typeface="Calibri"/>
            </a:endParaRPr>
          </a:p>
        </p:txBody>
      </p:sp>
      <p:sp>
        <p:nvSpPr>
          <p:cNvPr id="127" name="Google Shape;127;p11"/>
          <p:cNvSpPr/>
          <p:nvPr/>
        </p:nvSpPr>
        <p:spPr>
          <a:xfrm>
            <a:off x="457200" y="1524000"/>
            <a:ext cx="8253984" cy="3724096"/>
          </a:xfrm>
          <a:prstGeom prst="rect">
            <a:avLst/>
          </a:prstGeom>
          <a:noFill/>
          <a:ln>
            <a:noFill/>
          </a:ln>
        </p:spPr>
        <p:txBody>
          <a:bodyPr spcFirstLastPara="1" wrap="square" lIns="91425" tIns="45700" rIns="91425" bIns="45700" anchor="t" anchorCtr="0">
            <a:spAutoFit/>
          </a:bodyPr>
          <a:lstStyle/>
          <a:p>
            <a:pPr marL="342900" marR="0" lvl="0" indent="-342900" algn="just" rtl="0">
              <a:lnSpc>
                <a:spcPct val="150000"/>
              </a:lnSpc>
              <a:spcBef>
                <a:spcPts val="0"/>
              </a:spcBef>
              <a:spcAft>
                <a:spcPts val="0"/>
              </a:spcAft>
              <a:buClr>
                <a:schemeClr val="dk1"/>
              </a:buClr>
              <a:buSzPts val="2400"/>
              <a:buFont typeface="Noto Sans Symbols"/>
              <a:buChar char="⮚"/>
            </a:pPr>
            <a:r>
              <a:rPr lang="en-GB" sz="2400">
                <a:solidFill>
                  <a:schemeClr val="dk1"/>
                </a:solidFill>
                <a:latin typeface="Calibri"/>
                <a:ea typeface="Calibri"/>
                <a:cs typeface="Calibri"/>
                <a:sym typeface="Calibri"/>
              </a:rPr>
              <a:t>The storage unit of the computer holds data and instructions that are entered through the input unit, before they are processed. </a:t>
            </a:r>
            <a:endParaRPr/>
          </a:p>
          <a:p>
            <a:pPr marL="342900" marR="0" lvl="0" indent="-342900" algn="just" rtl="0">
              <a:lnSpc>
                <a:spcPct val="150000"/>
              </a:lnSpc>
              <a:spcBef>
                <a:spcPts val="1200"/>
              </a:spcBef>
              <a:spcAft>
                <a:spcPts val="0"/>
              </a:spcAft>
              <a:buClr>
                <a:schemeClr val="dk1"/>
              </a:buClr>
              <a:buSzPts val="2400"/>
              <a:buFont typeface="Noto Sans Symbols"/>
              <a:buChar char="⮚"/>
            </a:pPr>
            <a:r>
              <a:rPr lang="en-GB" sz="2400">
                <a:solidFill>
                  <a:schemeClr val="dk1"/>
                </a:solidFill>
                <a:latin typeface="Calibri"/>
                <a:ea typeface="Calibri"/>
                <a:cs typeface="Calibri"/>
                <a:sym typeface="Calibri"/>
              </a:rPr>
              <a:t>It preserves the intermediate and final results before these are sent to the output devices. </a:t>
            </a:r>
            <a:endParaRPr/>
          </a:p>
          <a:p>
            <a:pPr marL="342900" marR="0" lvl="0" indent="-342900" algn="just" rtl="0">
              <a:lnSpc>
                <a:spcPct val="150000"/>
              </a:lnSpc>
              <a:spcBef>
                <a:spcPts val="1200"/>
              </a:spcBef>
              <a:spcAft>
                <a:spcPts val="0"/>
              </a:spcAft>
              <a:buClr>
                <a:schemeClr val="dk1"/>
              </a:buClr>
              <a:buSzPts val="2400"/>
              <a:buFont typeface="Noto Sans Symbols"/>
              <a:buChar char="⮚"/>
            </a:pPr>
            <a:r>
              <a:rPr lang="en-GB" sz="2400">
                <a:solidFill>
                  <a:schemeClr val="dk1"/>
                </a:solidFill>
                <a:latin typeface="Calibri"/>
                <a:ea typeface="Calibri"/>
                <a:cs typeface="Calibri"/>
                <a:sym typeface="Calibri"/>
              </a:rPr>
              <a:t>It also saves the data for the later use. </a:t>
            </a:r>
            <a:endParaRPr sz="2400">
              <a:solidFill>
                <a:schemeClr val="dk1"/>
              </a:solidFill>
              <a:latin typeface="Calibri"/>
              <a:ea typeface="Calibri"/>
              <a:cs typeface="Calibri"/>
              <a:sym typeface="Calibri"/>
            </a:endParaRPr>
          </a:p>
        </p:txBody>
      </p:sp>
      <p:sp>
        <p:nvSpPr>
          <p:cNvPr id="128" name="Google Shape;128;p11" descr="https://lh3.googleusercontent.com/notebooklm/ANHWnzKR08W1m6fwRBA4Pk_gX5xrJTrSqRF7JITdfgGKjP3iAI6vkmx1vZ4YpQkz20j4ThLZXHGT_GjoIIIfOSJcOW6896hK87IUtthYU1I8aacxQPU76u7qkQpbtefjBxRPbFMYu5UXRg=w638-h479-v0?authuser=1"/>
          <p:cNvSpPr/>
          <p:nvPr/>
        </p:nvSpPr>
        <p:spPr>
          <a:xfrm>
            <a:off x="0" y="0"/>
            <a:ext cx="304800" cy="3048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Shape 132"/>
        <p:cNvGrpSpPr/>
        <p:nvPr/>
      </p:nvGrpSpPr>
      <p:grpSpPr>
        <a:xfrm>
          <a:off x="0" y="0"/>
          <a:ext cx="0" cy="0"/>
          <a:chOff x="0" y="0"/>
          <a:chExt cx="0" cy="0"/>
        </a:xfrm>
      </p:grpSpPr>
      <p:sp>
        <p:nvSpPr>
          <p:cNvPr id="133" name="Google Shape;133;p12"/>
          <p:cNvSpPr txBox="1">
            <a:spLocks noGrp="1"/>
          </p:cNvSpPr>
          <p:nvPr>
            <p:ph type="title"/>
          </p:nvPr>
        </p:nvSpPr>
        <p:spPr>
          <a:xfrm>
            <a:off x="179831" y="155806"/>
            <a:ext cx="6220969" cy="505908"/>
          </a:xfrm>
          <a:prstGeom prst="rect">
            <a:avLst/>
          </a:prstGeom>
          <a:noFill/>
          <a:ln>
            <a:noFill/>
          </a:ln>
        </p:spPr>
        <p:txBody>
          <a:bodyPr spcFirstLastPara="1" wrap="square" lIns="0" tIns="13325" rIns="0" bIns="0" anchor="t" anchorCtr="0">
            <a:spAutoFit/>
          </a:bodyPr>
          <a:lstStyle/>
          <a:p>
            <a:pPr marL="12700" lvl="0" indent="0" algn="l" rtl="0">
              <a:spcBef>
                <a:spcPts val="0"/>
              </a:spcBef>
              <a:spcAft>
                <a:spcPts val="0"/>
              </a:spcAft>
              <a:buNone/>
            </a:pPr>
            <a:r>
              <a:rPr lang="en-GB" sz="3200">
                <a:latin typeface="Calibri"/>
                <a:ea typeface="Calibri"/>
                <a:cs typeface="Calibri"/>
                <a:sym typeface="Calibri"/>
              </a:rPr>
              <a:t>Storage (Memory) Unit</a:t>
            </a:r>
            <a:endParaRPr sz="3200">
              <a:latin typeface="Calibri"/>
              <a:ea typeface="Calibri"/>
              <a:cs typeface="Calibri"/>
              <a:sym typeface="Calibri"/>
            </a:endParaRPr>
          </a:p>
        </p:txBody>
      </p:sp>
      <p:sp>
        <p:nvSpPr>
          <p:cNvPr id="134" name="Google Shape;134;p12" descr="https://lh3.googleusercontent.com/notebooklm/ANHWnzKR08W1m6fwRBA4Pk_gX5xrJTrSqRF7JITdfgGKjP3iAI6vkmx1vZ4YpQkz20j4ThLZXHGT_GjoIIIfOSJcOW6896hK87IUtthYU1I8aacxQPU76u7qkQpbtefjBxRPbFMYu5UXRg=w638-h479-v0?authuser=1"/>
          <p:cNvSpPr/>
          <p:nvPr/>
        </p:nvSpPr>
        <p:spPr>
          <a:xfrm>
            <a:off x="0" y="0"/>
            <a:ext cx="304800" cy="3048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pic>
        <p:nvPicPr>
          <p:cNvPr id="135" name="Google Shape;135;p12"/>
          <p:cNvPicPr preferRelativeResize="0"/>
          <p:nvPr/>
        </p:nvPicPr>
        <p:blipFill rotWithShape="1">
          <a:blip r:embed="rId3">
            <a:alphaModFix/>
          </a:blip>
          <a:srcRect l="4651" t="3445" r="5813" b="4072"/>
          <a:stretch/>
        </p:blipFill>
        <p:spPr>
          <a:xfrm>
            <a:off x="1676400" y="990601"/>
            <a:ext cx="5867400" cy="5486400"/>
          </a:xfrm>
          <a:prstGeom prst="rect">
            <a:avLst/>
          </a:prstGeom>
          <a:noFill/>
          <a:ln>
            <a:noFill/>
          </a:ln>
        </p:spPr>
      </p:pic>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Shape 139"/>
        <p:cNvGrpSpPr/>
        <p:nvPr/>
      </p:nvGrpSpPr>
      <p:grpSpPr>
        <a:xfrm>
          <a:off x="0" y="0"/>
          <a:ext cx="0" cy="0"/>
          <a:chOff x="0" y="0"/>
          <a:chExt cx="0" cy="0"/>
        </a:xfrm>
      </p:grpSpPr>
      <p:sp>
        <p:nvSpPr>
          <p:cNvPr id="140" name="Google Shape;140;p13"/>
          <p:cNvSpPr txBox="1">
            <a:spLocks noGrp="1"/>
          </p:cNvSpPr>
          <p:nvPr>
            <p:ph type="title"/>
          </p:nvPr>
        </p:nvSpPr>
        <p:spPr>
          <a:xfrm>
            <a:off x="179831" y="155806"/>
            <a:ext cx="6220969" cy="505908"/>
          </a:xfrm>
          <a:prstGeom prst="rect">
            <a:avLst/>
          </a:prstGeom>
          <a:noFill/>
          <a:ln>
            <a:noFill/>
          </a:ln>
        </p:spPr>
        <p:txBody>
          <a:bodyPr spcFirstLastPara="1" wrap="square" lIns="0" tIns="13325" rIns="0" bIns="0" anchor="t" anchorCtr="0">
            <a:spAutoFit/>
          </a:bodyPr>
          <a:lstStyle/>
          <a:p>
            <a:pPr marL="12700" lvl="0" indent="0" algn="l" rtl="0">
              <a:spcBef>
                <a:spcPts val="0"/>
              </a:spcBef>
              <a:spcAft>
                <a:spcPts val="0"/>
              </a:spcAft>
              <a:buNone/>
            </a:pPr>
            <a:r>
              <a:rPr lang="en-GB" sz="3200">
                <a:latin typeface="Calibri"/>
                <a:ea typeface="Calibri"/>
                <a:cs typeface="Calibri"/>
                <a:sym typeface="Calibri"/>
              </a:rPr>
              <a:t>Storage Unit: Primary Memory</a:t>
            </a:r>
            <a:endParaRPr sz="3200">
              <a:latin typeface="Calibri"/>
              <a:ea typeface="Calibri"/>
              <a:cs typeface="Calibri"/>
              <a:sym typeface="Calibri"/>
            </a:endParaRPr>
          </a:p>
        </p:txBody>
      </p:sp>
      <p:sp>
        <p:nvSpPr>
          <p:cNvPr id="141" name="Google Shape;141;p13" descr="https://lh3.googleusercontent.com/notebooklm/ANHWnzKR08W1m6fwRBA4Pk_gX5xrJTrSqRF7JITdfgGKjP3iAI6vkmx1vZ4YpQkz20j4ThLZXHGT_GjoIIIfOSJcOW6896hK87IUtthYU1I8aacxQPU76u7qkQpbtefjBxRPbFMYu5UXRg=w638-h479-v0?authuser=1"/>
          <p:cNvSpPr/>
          <p:nvPr/>
        </p:nvSpPr>
        <p:spPr>
          <a:xfrm>
            <a:off x="0" y="0"/>
            <a:ext cx="304800" cy="3048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42" name="Google Shape;142;p13"/>
          <p:cNvSpPr/>
          <p:nvPr/>
        </p:nvSpPr>
        <p:spPr>
          <a:xfrm>
            <a:off x="304800" y="1447800"/>
            <a:ext cx="8382000" cy="3754834"/>
          </a:xfrm>
          <a:prstGeom prst="rect">
            <a:avLst/>
          </a:prstGeom>
          <a:noFill/>
          <a:ln>
            <a:noFill/>
          </a:ln>
        </p:spPr>
        <p:txBody>
          <a:bodyPr spcFirstLastPara="1" wrap="square" lIns="91425" tIns="45700" rIns="91425" bIns="45700" anchor="t" anchorCtr="0">
            <a:spAutoFit/>
          </a:bodyPr>
          <a:lstStyle/>
          <a:p>
            <a:pPr marL="342900" marR="0" lvl="0" indent="-342900" algn="just" rtl="0">
              <a:lnSpc>
                <a:spcPct val="150000"/>
              </a:lnSpc>
              <a:spcBef>
                <a:spcPts val="0"/>
              </a:spcBef>
              <a:spcAft>
                <a:spcPts val="0"/>
              </a:spcAft>
              <a:buClr>
                <a:schemeClr val="dk1"/>
              </a:buClr>
              <a:buSzPts val="2200"/>
              <a:buFont typeface="Noto Sans Symbols"/>
              <a:buChar char="⮚"/>
            </a:pPr>
            <a:r>
              <a:rPr lang="en-GB" sz="2200" dirty="0">
                <a:solidFill>
                  <a:schemeClr val="dk1"/>
                </a:solidFill>
                <a:latin typeface="Calibri"/>
                <a:ea typeface="Calibri"/>
                <a:cs typeface="Calibri"/>
                <a:sym typeface="Calibri"/>
              </a:rPr>
              <a:t>Data stored in this memory is temporary -</a:t>
            </a:r>
            <a:r>
              <a:rPr lang="en-GB" sz="2200" b="1" dirty="0">
                <a:solidFill>
                  <a:schemeClr val="dk1"/>
                </a:solidFill>
                <a:latin typeface="Calibri"/>
                <a:ea typeface="Calibri"/>
                <a:cs typeface="Calibri"/>
                <a:sym typeface="Calibri"/>
              </a:rPr>
              <a:t>volatile.</a:t>
            </a:r>
            <a:r>
              <a:rPr lang="en-GB" sz="2200" dirty="0">
                <a:solidFill>
                  <a:schemeClr val="dk1"/>
                </a:solidFill>
                <a:latin typeface="Calibri"/>
                <a:ea typeface="Calibri"/>
                <a:cs typeface="Calibri"/>
                <a:sym typeface="Calibri"/>
              </a:rPr>
              <a:t> </a:t>
            </a:r>
            <a:endParaRPr dirty="0"/>
          </a:p>
          <a:p>
            <a:pPr marL="342900" marR="0" lvl="0" indent="-342900" algn="just" rtl="0">
              <a:lnSpc>
                <a:spcPct val="150000"/>
              </a:lnSpc>
              <a:spcBef>
                <a:spcPts val="1200"/>
              </a:spcBef>
              <a:spcAft>
                <a:spcPts val="0"/>
              </a:spcAft>
              <a:buClr>
                <a:schemeClr val="dk1"/>
              </a:buClr>
              <a:buSzPts val="2200"/>
              <a:buFont typeface="Noto Sans Symbols"/>
              <a:buChar char="⮚"/>
            </a:pPr>
            <a:r>
              <a:rPr lang="en-GB" sz="2200" dirty="0">
                <a:solidFill>
                  <a:schemeClr val="dk1"/>
                </a:solidFill>
                <a:latin typeface="Calibri"/>
                <a:ea typeface="Calibri"/>
                <a:cs typeface="Calibri"/>
                <a:sym typeface="Calibri"/>
              </a:rPr>
              <a:t>Typically, smaller in </a:t>
            </a:r>
            <a:r>
              <a:rPr lang="en-GB" sz="2200" b="1" dirty="0">
                <a:solidFill>
                  <a:schemeClr val="dk1"/>
                </a:solidFill>
                <a:latin typeface="Calibri"/>
                <a:ea typeface="Calibri"/>
                <a:cs typeface="Calibri"/>
                <a:sym typeface="Calibri"/>
              </a:rPr>
              <a:t>size</a:t>
            </a:r>
            <a:r>
              <a:rPr lang="en-GB" sz="2200" dirty="0">
                <a:solidFill>
                  <a:schemeClr val="dk1"/>
                </a:solidFill>
                <a:latin typeface="Calibri"/>
                <a:ea typeface="Calibri"/>
                <a:cs typeface="Calibri"/>
                <a:sym typeface="Calibri"/>
              </a:rPr>
              <a:t> compared to secondary memory. </a:t>
            </a:r>
            <a:endParaRPr sz="2200" dirty="0">
              <a:solidFill>
                <a:schemeClr val="dk1"/>
              </a:solidFill>
              <a:latin typeface="Calibri"/>
              <a:ea typeface="Calibri"/>
              <a:cs typeface="Calibri"/>
              <a:sym typeface="Calibri"/>
            </a:endParaRPr>
          </a:p>
          <a:p>
            <a:pPr marL="342900" marR="0" lvl="0" indent="-342900" algn="just" rtl="0">
              <a:lnSpc>
                <a:spcPct val="150000"/>
              </a:lnSpc>
              <a:spcBef>
                <a:spcPts val="1200"/>
              </a:spcBef>
              <a:spcAft>
                <a:spcPts val="0"/>
              </a:spcAft>
              <a:buClr>
                <a:schemeClr val="dk1"/>
              </a:buClr>
              <a:buSzPts val="2200"/>
              <a:buFont typeface="Noto Sans Symbols"/>
              <a:buChar char="⮚"/>
            </a:pPr>
            <a:r>
              <a:rPr lang="en-GB" sz="2200" dirty="0">
                <a:solidFill>
                  <a:schemeClr val="dk1"/>
                </a:solidFill>
                <a:latin typeface="Calibri"/>
                <a:ea typeface="Calibri"/>
                <a:cs typeface="Calibri"/>
                <a:sym typeface="Calibri"/>
              </a:rPr>
              <a:t>Holds currently executing programs, Intermediate data during computation.</a:t>
            </a:r>
            <a:endParaRPr dirty="0"/>
          </a:p>
          <a:p>
            <a:pPr marL="342900" marR="0" lvl="0" indent="-342900" algn="just" rtl="0">
              <a:lnSpc>
                <a:spcPct val="150000"/>
              </a:lnSpc>
              <a:spcBef>
                <a:spcPts val="1200"/>
              </a:spcBef>
              <a:spcAft>
                <a:spcPts val="0"/>
              </a:spcAft>
              <a:buClr>
                <a:schemeClr val="dk1"/>
              </a:buClr>
              <a:buSzPts val="2200"/>
              <a:buFont typeface="Noto Sans Symbols"/>
              <a:buChar char="⮚"/>
            </a:pPr>
            <a:r>
              <a:rPr lang="en-GB" sz="2200" dirty="0">
                <a:solidFill>
                  <a:schemeClr val="dk1"/>
                </a:solidFill>
                <a:latin typeface="Calibri"/>
                <a:ea typeface="Calibri"/>
                <a:cs typeface="Calibri"/>
                <a:sym typeface="Calibri"/>
              </a:rPr>
              <a:t>CPU can directly </a:t>
            </a:r>
            <a:r>
              <a:rPr lang="en-GB" sz="2200" b="1" dirty="0">
                <a:solidFill>
                  <a:schemeClr val="dk1"/>
                </a:solidFill>
                <a:latin typeface="Calibri"/>
                <a:ea typeface="Calibri"/>
                <a:cs typeface="Calibri"/>
                <a:sym typeface="Calibri"/>
              </a:rPr>
              <a:t>access</a:t>
            </a:r>
            <a:r>
              <a:rPr lang="en-GB" sz="2200" dirty="0">
                <a:solidFill>
                  <a:schemeClr val="dk1"/>
                </a:solidFill>
                <a:latin typeface="Calibri"/>
                <a:ea typeface="Calibri"/>
                <a:cs typeface="Calibri"/>
                <a:sym typeface="Calibri"/>
              </a:rPr>
              <a:t> primary memory.</a:t>
            </a:r>
            <a:endParaRPr dirty="0"/>
          </a:p>
          <a:p>
            <a:pPr marL="342900" marR="0" lvl="0" indent="-342900" algn="just" rtl="0">
              <a:lnSpc>
                <a:spcPct val="150000"/>
              </a:lnSpc>
              <a:spcBef>
                <a:spcPts val="1200"/>
              </a:spcBef>
              <a:spcAft>
                <a:spcPts val="0"/>
              </a:spcAft>
              <a:buClr>
                <a:schemeClr val="dk1"/>
              </a:buClr>
              <a:buSzPts val="2200"/>
              <a:buFont typeface="Noto Sans Symbols"/>
              <a:buChar char="⮚"/>
            </a:pPr>
            <a:r>
              <a:rPr lang="en-GB" sz="2200" b="1" dirty="0">
                <a:solidFill>
                  <a:schemeClr val="dk1"/>
                </a:solidFill>
                <a:latin typeface="Calibri"/>
                <a:ea typeface="Calibri"/>
                <a:cs typeface="Calibri"/>
                <a:sym typeface="Calibri"/>
              </a:rPr>
              <a:t>Faster</a:t>
            </a:r>
            <a:r>
              <a:rPr lang="en-GB" sz="2200" dirty="0">
                <a:solidFill>
                  <a:schemeClr val="dk1"/>
                </a:solidFill>
                <a:latin typeface="Calibri"/>
                <a:ea typeface="Calibri"/>
                <a:cs typeface="Calibri"/>
                <a:sym typeface="Calibri"/>
              </a:rPr>
              <a:t> as compared to secondary storage.</a:t>
            </a:r>
            <a:endParaRPr dirty="0"/>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Shape 146"/>
        <p:cNvGrpSpPr/>
        <p:nvPr/>
      </p:nvGrpSpPr>
      <p:grpSpPr>
        <a:xfrm>
          <a:off x="0" y="0"/>
          <a:ext cx="0" cy="0"/>
          <a:chOff x="0" y="0"/>
          <a:chExt cx="0" cy="0"/>
        </a:xfrm>
      </p:grpSpPr>
      <p:sp>
        <p:nvSpPr>
          <p:cNvPr id="147" name="Google Shape;147;p14"/>
          <p:cNvSpPr txBox="1">
            <a:spLocks noGrp="1"/>
          </p:cNvSpPr>
          <p:nvPr>
            <p:ph type="title"/>
          </p:nvPr>
        </p:nvSpPr>
        <p:spPr>
          <a:xfrm>
            <a:off x="179831" y="155806"/>
            <a:ext cx="6220969" cy="505908"/>
          </a:xfrm>
          <a:prstGeom prst="rect">
            <a:avLst/>
          </a:prstGeom>
          <a:noFill/>
          <a:ln>
            <a:noFill/>
          </a:ln>
        </p:spPr>
        <p:txBody>
          <a:bodyPr spcFirstLastPara="1" wrap="square" lIns="0" tIns="13325" rIns="0" bIns="0" anchor="t" anchorCtr="0">
            <a:spAutoFit/>
          </a:bodyPr>
          <a:lstStyle/>
          <a:p>
            <a:pPr marL="12700" lvl="0" indent="0" algn="l" rtl="0">
              <a:spcBef>
                <a:spcPts val="0"/>
              </a:spcBef>
              <a:spcAft>
                <a:spcPts val="0"/>
              </a:spcAft>
              <a:buNone/>
            </a:pPr>
            <a:r>
              <a:rPr lang="en-GB" sz="3200">
                <a:latin typeface="Calibri"/>
                <a:ea typeface="Calibri"/>
                <a:cs typeface="Calibri"/>
                <a:sym typeface="Calibri"/>
              </a:rPr>
              <a:t>Storage Unit: Secondary Memory</a:t>
            </a:r>
            <a:endParaRPr sz="3200">
              <a:latin typeface="Calibri"/>
              <a:ea typeface="Calibri"/>
              <a:cs typeface="Calibri"/>
              <a:sym typeface="Calibri"/>
            </a:endParaRPr>
          </a:p>
        </p:txBody>
      </p:sp>
      <p:sp>
        <p:nvSpPr>
          <p:cNvPr id="148" name="Google Shape;148;p14" descr="https://lh3.googleusercontent.com/notebooklm/ANHWnzKR08W1m6fwRBA4Pk_gX5xrJTrSqRF7JITdfgGKjP3iAI6vkmx1vZ4YpQkz20j4ThLZXHGT_GjoIIIfOSJcOW6896hK87IUtthYU1I8aacxQPU76u7qkQpbtefjBxRPbFMYu5UXRg=w638-h479-v0?authuser=1"/>
          <p:cNvSpPr/>
          <p:nvPr/>
        </p:nvSpPr>
        <p:spPr>
          <a:xfrm>
            <a:off x="0" y="0"/>
            <a:ext cx="304800" cy="3048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49" name="Google Shape;149;p14"/>
          <p:cNvSpPr/>
          <p:nvPr/>
        </p:nvSpPr>
        <p:spPr>
          <a:xfrm>
            <a:off x="304800" y="1524000"/>
            <a:ext cx="8382000" cy="3908722"/>
          </a:xfrm>
          <a:prstGeom prst="rect">
            <a:avLst/>
          </a:prstGeom>
          <a:noFill/>
          <a:ln>
            <a:noFill/>
          </a:ln>
        </p:spPr>
        <p:txBody>
          <a:bodyPr spcFirstLastPara="1" wrap="square" lIns="91425" tIns="45700" rIns="91425" bIns="45700" anchor="t" anchorCtr="0">
            <a:spAutoFit/>
          </a:bodyPr>
          <a:lstStyle/>
          <a:p>
            <a:pPr marL="342900" marR="0" lvl="0" indent="-342900" algn="just" rtl="0">
              <a:lnSpc>
                <a:spcPct val="150000"/>
              </a:lnSpc>
              <a:spcBef>
                <a:spcPts val="0"/>
              </a:spcBef>
              <a:spcAft>
                <a:spcPts val="0"/>
              </a:spcAft>
              <a:buClr>
                <a:schemeClr val="dk1"/>
              </a:buClr>
              <a:buSzPts val="2200"/>
              <a:buFont typeface="Noto Sans Symbols"/>
              <a:buChar char="⮚"/>
            </a:pPr>
            <a:r>
              <a:rPr lang="en-GB" sz="2200" dirty="0">
                <a:solidFill>
                  <a:schemeClr val="dk1"/>
                </a:solidFill>
                <a:latin typeface="Calibri"/>
                <a:ea typeface="Calibri"/>
                <a:cs typeface="Calibri"/>
                <a:sym typeface="Calibri"/>
              </a:rPr>
              <a:t>Used to store data and programs </a:t>
            </a:r>
            <a:r>
              <a:rPr lang="en-GB" sz="2200" b="1" dirty="0">
                <a:solidFill>
                  <a:schemeClr val="dk1"/>
                </a:solidFill>
                <a:latin typeface="Calibri"/>
                <a:ea typeface="Calibri"/>
                <a:cs typeface="Calibri"/>
                <a:sym typeface="Calibri"/>
              </a:rPr>
              <a:t>permanently</a:t>
            </a:r>
            <a:r>
              <a:rPr lang="en-GB" sz="2200" dirty="0">
                <a:solidFill>
                  <a:schemeClr val="dk1"/>
                </a:solidFill>
                <a:latin typeface="Calibri"/>
                <a:ea typeface="Calibri"/>
                <a:cs typeface="Calibri"/>
                <a:sym typeface="Calibri"/>
              </a:rPr>
              <a:t>.</a:t>
            </a:r>
            <a:endParaRPr dirty="0"/>
          </a:p>
          <a:p>
            <a:pPr marL="342900" marR="0" lvl="0" indent="-342900" algn="just" rtl="0">
              <a:lnSpc>
                <a:spcPct val="150000"/>
              </a:lnSpc>
              <a:spcBef>
                <a:spcPts val="1200"/>
              </a:spcBef>
              <a:spcAft>
                <a:spcPts val="0"/>
              </a:spcAft>
              <a:buClr>
                <a:schemeClr val="dk1"/>
              </a:buClr>
              <a:buSzPts val="2200"/>
              <a:buFont typeface="Noto Sans Symbols"/>
              <a:buChar char="⮚"/>
            </a:pPr>
            <a:r>
              <a:rPr lang="en-GB" sz="2200" dirty="0">
                <a:solidFill>
                  <a:schemeClr val="dk1"/>
                </a:solidFill>
                <a:latin typeface="Calibri"/>
                <a:ea typeface="Calibri"/>
                <a:cs typeface="Calibri"/>
                <a:sym typeface="Calibri"/>
              </a:rPr>
              <a:t>It is </a:t>
            </a:r>
            <a:r>
              <a:rPr lang="en-GB" sz="2200" b="1" dirty="0">
                <a:solidFill>
                  <a:schemeClr val="dk1"/>
                </a:solidFill>
                <a:latin typeface="Calibri"/>
                <a:ea typeface="Calibri"/>
                <a:cs typeface="Calibri"/>
                <a:sym typeface="Calibri"/>
              </a:rPr>
              <a:t>non-volatile</a:t>
            </a:r>
            <a:r>
              <a:rPr lang="en-GB" sz="2200" dirty="0">
                <a:solidFill>
                  <a:schemeClr val="dk1"/>
                </a:solidFill>
                <a:latin typeface="Calibri"/>
                <a:ea typeface="Calibri"/>
                <a:cs typeface="Calibri"/>
                <a:sym typeface="Calibri"/>
              </a:rPr>
              <a:t>.</a:t>
            </a:r>
            <a:endParaRPr dirty="0"/>
          </a:p>
          <a:p>
            <a:pPr marL="342900" marR="0" lvl="0" indent="-342900" algn="just" rtl="0">
              <a:lnSpc>
                <a:spcPct val="150000"/>
              </a:lnSpc>
              <a:spcBef>
                <a:spcPts val="1200"/>
              </a:spcBef>
              <a:spcAft>
                <a:spcPts val="0"/>
              </a:spcAft>
              <a:buClr>
                <a:schemeClr val="dk1"/>
              </a:buClr>
              <a:buSzPts val="2200"/>
              <a:buFont typeface="Noto Sans Symbols"/>
              <a:buChar char="⮚"/>
            </a:pPr>
            <a:r>
              <a:rPr lang="en-GB" sz="2200" dirty="0">
                <a:solidFill>
                  <a:schemeClr val="dk1"/>
                </a:solidFill>
                <a:latin typeface="Calibri"/>
                <a:ea typeface="Calibri"/>
                <a:cs typeface="Calibri"/>
                <a:sym typeface="Calibri"/>
              </a:rPr>
              <a:t>Has much larger storage capacity than primary memory</a:t>
            </a:r>
            <a:endParaRPr dirty="0"/>
          </a:p>
          <a:p>
            <a:pPr marL="342900" marR="0" lvl="0" indent="-342900" algn="just" rtl="0">
              <a:lnSpc>
                <a:spcPct val="150000"/>
              </a:lnSpc>
              <a:spcBef>
                <a:spcPts val="1200"/>
              </a:spcBef>
              <a:spcAft>
                <a:spcPts val="0"/>
              </a:spcAft>
              <a:buClr>
                <a:schemeClr val="dk1"/>
              </a:buClr>
              <a:buSzPts val="2200"/>
              <a:buFont typeface="Noto Sans Symbols"/>
              <a:buChar char="⮚"/>
            </a:pPr>
            <a:r>
              <a:rPr lang="en-GB" sz="2200" b="1" dirty="0">
                <a:solidFill>
                  <a:schemeClr val="dk1"/>
                </a:solidFill>
                <a:latin typeface="Calibri"/>
                <a:ea typeface="Calibri"/>
                <a:cs typeface="Calibri"/>
                <a:sym typeface="Calibri"/>
              </a:rPr>
              <a:t>Slower</a:t>
            </a:r>
            <a:r>
              <a:rPr lang="en-GB" sz="2200" dirty="0">
                <a:solidFill>
                  <a:schemeClr val="dk1"/>
                </a:solidFill>
                <a:latin typeface="Calibri"/>
                <a:ea typeface="Calibri"/>
                <a:cs typeface="Calibri"/>
                <a:sym typeface="Calibri"/>
              </a:rPr>
              <a:t> than primary memory in terms of data access speed.</a:t>
            </a:r>
            <a:endParaRPr dirty="0"/>
          </a:p>
          <a:p>
            <a:pPr marL="342900" marR="0" lvl="0" indent="-342900" algn="just" rtl="0">
              <a:lnSpc>
                <a:spcPct val="150000"/>
              </a:lnSpc>
              <a:spcBef>
                <a:spcPts val="1200"/>
              </a:spcBef>
              <a:spcAft>
                <a:spcPts val="0"/>
              </a:spcAft>
              <a:buClr>
                <a:schemeClr val="dk1"/>
              </a:buClr>
              <a:buSzPts val="2200"/>
              <a:buFont typeface="Noto Sans Symbols"/>
              <a:buChar char="⮚"/>
            </a:pPr>
            <a:r>
              <a:rPr lang="en-GB" sz="2200" dirty="0">
                <a:solidFill>
                  <a:schemeClr val="dk1"/>
                </a:solidFill>
                <a:latin typeface="Calibri"/>
                <a:ea typeface="Calibri"/>
                <a:cs typeface="Calibri"/>
                <a:sym typeface="Calibri"/>
              </a:rPr>
              <a:t>The </a:t>
            </a:r>
            <a:r>
              <a:rPr lang="en-GB" sz="2200" b="1" dirty="0">
                <a:solidFill>
                  <a:schemeClr val="dk1"/>
                </a:solidFill>
                <a:latin typeface="Calibri"/>
                <a:ea typeface="Calibri"/>
                <a:cs typeface="Calibri"/>
                <a:sym typeface="Calibri"/>
              </a:rPr>
              <a:t>cost</a:t>
            </a:r>
            <a:r>
              <a:rPr lang="en-GB" sz="2200" dirty="0">
                <a:solidFill>
                  <a:schemeClr val="dk1"/>
                </a:solidFill>
                <a:latin typeface="Calibri"/>
                <a:ea typeface="Calibri"/>
                <a:cs typeface="Calibri"/>
                <a:sym typeface="Calibri"/>
              </a:rPr>
              <a:t> is less compared to the primary storage. </a:t>
            </a:r>
            <a:endParaRPr sz="2200" dirty="0">
              <a:solidFill>
                <a:schemeClr val="dk1"/>
              </a:solidFill>
              <a:latin typeface="Calibri"/>
              <a:ea typeface="Calibri"/>
              <a:cs typeface="Calibri"/>
              <a:sym typeface="Calibri"/>
            </a:endParaRPr>
          </a:p>
          <a:p>
            <a:pPr marL="342900" marR="0" lvl="0" indent="-342900" algn="just" rtl="0">
              <a:lnSpc>
                <a:spcPct val="150000"/>
              </a:lnSpc>
              <a:spcBef>
                <a:spcPts val="1200"/>
              </a:spcBef>
              <a:spcAft>
                <a:spcPts val="0"/>
              </a:spcAft>
              <a:buClr>
                <a:schemeClr val="dk1"/>
              </a:buClr>
              <a:buSzPts val="2200"/>
              <a:buFont typeface="Noto Sans Symbols"/>
              <a:buChar char="⮚"/>
            </a:pPr>
            <a:r>
              <a:rPr lang="en-GB" sz="2200" dirty="0">
                <a:solidFill>
                  <a:schemeClr val="dk1"/>
                </a:solidFill>
                <a:latin typeface="Calibri"/>
                <a:ea typeface="Calibri"/>
                <a:cs typeface="Calibri"/>
                <a:sym typeface="Calibri"/>
              </a:rPr>
              <a:t>Some secondary storage devices are </a:t>
            </a:r>
            <a:r>
              <a:rPr lang="en-GB" sz="2200" b="1" dirty="0">
                <a:solidFill>
                  <a:schemeClr val="dk1"/>
                </a:solidFill>
                <a:latin typeface="Calibri"/>
                <a:ea typeface="Calibri"/>
                <a:cs typeface="Calibri"/>
                <a:sym typeface="Calibri"/>
              </a:rPr>
              <a:t>portable</a:t>
            </a:r>
            <a:r>
              <a:rPr lang="en-GB" sz="2200" dirty="0">
                <a:solidFill>
                  <a:schemeClr val="dk1"/>
                </a:solidFill>
                <a:latin typeface="Calibri"/>
                <a:ea typeface="Calibri"/>
                <a:cs typeface="Calibri"/>
                <a:sym typeface="Calibri"/>
              </a:rPr>
              <a:t>.</a:t>
            </a:r>
            <a:endParaRPr dirty="0"/>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Shape 153"/>
        <p:cNvGrpSpPr/>
        <p:nvPr/>
      </p:nvGrpSpPr>
      <p:grpSpPr>
        <a:xfrm>
          <a:off x="0" y="0"/>
          <a:ext cx="0" cy="0"/>
          <a:chOff x="0" y="0"/>
          <a:chExt cx="0" cy="0"/>
        </a:xfrm>
      </p:grpSpPr>
      <p:sp>
        <p:nvSpPr>
          <p:cNvPr id="154" name="Google Shape;154;p15"/>
          <p:cNvSpPr txBox="1">
            <a:spLocks noGrp="1"/>
          </p:cNvSpPr>
          <p:nvPr>
            <p:ph type="title"/>
          </p:nvPr>
        </p:nvSpPr>
        <p:spPr>
          <a:xfrm>
            <a:off x="179831" y="155806"/>
            <a:ext cx="6220969" cy="505908"/>
          </a:xfrm>
          <a:prstGeom prst="rect">
            <a:avLst/>
          </a:prstGeom>
          <a:noFill/>
          <a:ln>
            <a:noFill/>
          </a:ln>
        </p:spPr>
        <p:txBody>
          <a:bodyPr spcFirstLastPara="1" wrap="square" lIns="0" tIns="13325" rIns="0" bIns="0" anchor="t" anchorCtr="0">
            <a:spAutoFit/>
          </a:bodyPr>
          <a:lstStyle/>
          <a:p>
            <a:pPr marL="12700" lvl="0" indent="0" algn="l" rtl="0">
              <a:spcBef>
                <a:spcPts val="0"/>
              </a:spcBef>
              <a:spcAft>
                <a:spcPts val="0"/>
              </a:spcAft>
              <a:buNone/>
            </a:pPr>
            <a:r>
              <a:rPr lang="en-GB" sz="3200">
                <a:latin typeface="Calibri"/>
                <a:ea typeface="Calibri"/>
                <a:cs typeface="Calibri"/>
                <a:sym typeface="Calibri"/>
              </a:rPr>
              <a:t>Central Processing Unit</a:t>
            </a:r>
            <a:endParaRPr sz="3200">
              <a:latin typeface="Calibri"/>
              <a:ea typeface="Calibri"/>
              <a:cs typeface="Calibri"/>
              <a:sym typeface="Calibri"/>
            </a:endParaRPr>
          </a:p>
        </p:txBody>
      </p:sp>
      <p:sp>
        <p:nvSpPr>
          <p:cNvPr id="155" name="Google Shape;155;p15"/>
          <p:cNvSpPr/>
          <p:nvPr/>
        </p:nvSpPr>
        <p:spPr>
          <a:xfrm>
            <a:off x="457200" y="1371600"/>
            <a:ext cx="8253984" cy="3447057"/>
          </a:xfrm>
          <a:prstGeom prst="rect">
            <a:avLst/>
          </a:prstGeom>
          <a:noFill/>
          <a:ln>
            <a:noFill/>
          </a:ln>
        </p:spPr>
        <p:txBody>
          <a:bodyPr spcFirstLastPara="1" wrap="square" lIns="91425" tIns="45700" rIns="91425" bIns="45700" anchor="t" anchorCtr="0">
            <a:spAutoFit/>
          </a:bodyPr>
          <a:lstStyle/>
          <a:p>
            <a:pPr marL="342900" marR="0" lvl="0" indent="-342900" algn="just" rtl="0">
              <a:lnSpc>
                <a:spcPct val="150000"/>
              </a:lnSpc>
              <a:spcBef>
                <a:spcPts val="0"/>
              </a:spcBef>
              <a:spcAft>
                <a:spcPts val="0"/>
              </a:spcAft>
              <a:buClr>
                <a:schemeClr val="dk1"/>
              </a:buClr>
              <a:buSzPts val="2200"/>
              <a:buFont typeface="Noto Sans Symbols"/>
              <a:buChar char="⮚"/>
            </a:pPr>
            <a:r>
              <a:rPr lang="en-GB" sz="2200" dirty="0">
                <a:solidFill>
                  <a:schemeClr val="dk1"/>
                </a:solidFill>
                <a:latin typeface="Calibri"/>
                <a:ea typeface="Calibri"/>
                <a:cs typeface="Calibri"/>
                <a:sym typeface="Calibri"/>
              </a:rPr>
              <a:t>The Central Processing Unit or CPU is known as the </a:t>
            </a:r>
            <a:r>
              <a:rPr lang="en-GB" sz="2200" b="1" dirty="0">
                <a:solidFill>
                  <a:schemeClr val="dk1"/>
                </a:solidFill>
                <a:latin typeface="Calibri"/>
                <a:ea typeface="Calibri"/>
                <a:cs typeface="Calibri"/>
                <a:sym typeface="Calibri"/>
              </a:rPr>
              <a:t>brain</a:t>
            </a:r>
            <a:r>
              <a:rPr lang="en-GB" sz="2200" dirty="0">
                <a:solidFill>
                  <a:schemeClr val="dk1"/>
                </a:solidFill>
                <a:latin typeface="Calibri"/>
                <a:ea typeface="Calibri"/>
                <a:cs typeface="Calibri"/>
                <a:sym typeface="Calibri"/>
              </a:rPr>
              <a:t> of the computer. </a:t>
            </a:r>
            <a:endParaRPr sz="2200" dirty="0">
              <a:solidFill>
                <a:schemeClr val="dk1"/>
              </a:solidFill>
              <a:latin typeface="Calibri"/>
              <a:ea typeface="Calibri"/>
              <a:cs typeface="Calibri"/>
              <a:sym typeface="Calibri"/>
            </a:endParaRPr>
          </a:p>
          <a:p>
            <a:pPr marL="342900" marR="0" lvl="0" indent="-342900" algn="just" rtl="0">
              <a:lnSpc>
                <a:spcPct val="150000"/>
              </a:lnSpc>
              <a:spcBef>
                <a:spcPts val="1200"/>
              </a:spcBef>
              <a:spcAft>
                <a:spcPts val="0"/>
              </a:spcAft>
              <a:buClr>
                <a:schemeClr val="dk1"/>
              </a:buClr>
              <a:buSzPts val="2200"/>
              <a:buFont typeface="Noto Sans Symbols"/>
              <a:buChar char="⮚"/>
            </a:pPr>
            <a:r>
              <a:rPr lang="en-GB" sz="2200" dirty="0">
                <a:solidFill>
                  <a:schemeClr val="dk1"/>
                </a:solidFill>
                <a:latin typeface="Calibri"/>
                <a:ea typeface="Calibri"/>
                <a:cs typeface="Calibri"/>
                <a:sym typeface="Calibri"/>
              </a:rPr>
              <a:t>Just like the human brain controls all human activities, the CPU also takes care of all the tasks. </a:t>
            </a:r>
            <a:endParaRPr sz="2200" dirty="0">
              <a:solidFill>
                <a:schemeClr val="dk1"/>
              </a:solidFill>
              <a:latin typeface="Calibri"/>
              <a:ea typeface="Calibri"/>
              <a:cs typeface="Calibri"/>
              <a:sym typeface="Calibri"/>
            </a:endParaRPr>
          </a:p>
          <a:p>
            <a:pPr marL="342900" marR="0" lvl="0" indent="-342900" algn="just" rtl="0">
              <a:lnSpc>
                <a:spcPct val="150000"/>
              </a:lnSpc>
              <a:spcBef>
                <a:spcPts val="1200"/>
              </a:spcBef>
              <a:spcAft>
                <a:spcPts val="0"/>
              </a:spcAft>
              <a:buClr>
                <a:schemeClr val="dk1"/>
              </a:buClr>
              <a:buSzPts val="2200"/>
              <a:buFont typeface="Noto Sans Symbols"/>
              <a:buChar char="⮚"/>
            </a:pPr>
            <a:r>
              <a:rPr lang="en-GB" sz="2200" dirty="0">
                <a:solidFill>
                  <a:schemeClr val="dk1"/>
                </a:solidFill>
                <a:latin typeface="Calibri"/>
                <a:ea typeface="Calibri"/>
                <a:cs typeface="Calibri"/>
                <a:sym typeface="Calibri"/>
              </a:rPr>
              <a:t>The CPU is responsible for performing all the </a:t>
            </a:r>
            <a:r>
              <a:rPr lang="en-GB" sz="2200" b="1" dirty="0">
                <a:solidFill>
                  <a:schemeClr val="dk1"/>
                </a:solidFill>
                <a:latin typeface="Calibri"/>
                <a:ea typeface="Calibri"/>
                <a:cs typeface="Calibri"/>
                <a:sym typeface="Calibri"/>
              </a:rPr>
              <a:t>arithmetic and logical operations</a:t>
            </a:r>
            <a:r>
              <a:rPr lang="en-GB" sz="2200" dirty="0">
                <a:solidFill>
                  <a:schemeClr val="dk1"/>
                </a:solidFill>
                <a:latin typeface="Calibri"/>
                <a:ea typeface="Calibri"/>
                <a:cs typeface="Calibri"/>
                <a:sym typeface="Calibri"/>
              </a:rPr>
              <a:t> within the computer. </a:t>
            </a:r>
            <a:endParaRPr dirty="0"/>
          </a:p>
        </p:txBody>
      </p:sp>
      <p:sp>
        <p:nvSpPr>
          <p:cNvPr id="156" name="Google Shape;156;p15" descr="https://lh3.googleusercontent.com/notebooklm/ANHWnzKR08W1m6fwRBA4Pk_gX5xrJTrSqRF7JITdfgGKjP3iAI6vkmx1vZ4YpQkz20j4ThLZXHGT_GjoIIIfOSJcOW6896hK87IUtthYU1I8aacxQPU76u7qkQpbtefjBxRPbFMYu5UXRg=w638-h479-v0?authuser=1"/>
          <p:cNvSpPr/>
          <p:nvPr/>
        </p:nvSpPr>
        <p:spPr>
          <a:xfrm>
            <a:off x="0" y="0"/>
            <a:ext cx="304800" cy="3048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Shape 160"/>
        <p:cNvGrpSpPr/>
        <p:nvPr/>
      </p:nvGrpSpPr>
      <p:grpSpPr>
        <a:xfrm>
          <a:off x="0" y="0"/>
          <a:ext cx="0" cy="0"/>
          <a:chOff x="0" y="0"/>
          <a:chExt cx="0" cy="0"/>
        </a:xfrm>
      </p:grpSpPr>
      <p:sp>
        <p:nvSpPr>
          <p:cNvPr id="161" name="Google Shape;161;p16"/>
          <p:cNvSpPr txBox="1">
            <a:spLocks noGrp="1"/>
          </p:cNvSpPr>
          <p:nvPr>
            <p:ph type="title"/>
          </p:nvPr>
        </p:nvSpPr>
        <p:spPr>
          <a:xfrm>
            <a:off x="179831" y="155806"/>
            <a:ext cx="6220969" cy="505908"/>
          </a:xfrm>
          <a:prstGeom prst="rect">
            <a:avLst/>
          </a:prstGeom>
          <a:noFill/>
          <a:ln>
            <a:noFill/>
          </a:ln>
        </p:spPr>
        <p:txBody>
          <a:bodyPr spcFirstLastPara="1" wrap="square" lIns="0" tIns="13325" rIns="0" bIns="0" anchor="t" anchorCtr="0">
            <a:spAutoFit/>
          </a:bodyPr>
          <a:lstStyle/>
          <a:p>
            <a:pPr marL="12700" lvl="0" indent="0" algn="l" rtl="0">
              <a:spcBef>
                <a:spcPts val="0"/>
              </a:spcBef>
              <a:spcAft>
                <a:spcPts val="0"/>
              </a:spcAft>
              <a:buNone/>
            </a:pPr>
            <a:r>
              <a:rPr lang="en-GB" sz="3200">
                <a:latin typeface="Calibri"/>
                <a:ea typeface="Calibri"/>
                <a:cs typeface="Calibri"/>
                <a:sym typeface="Calibri"/>
              </a:rPr>
              <a:t>Central Processing Unit</a:t>
            </a:r>
            <a:endParaRPr sz="3200">
              <a:latin typeface="Calibri"/>
              <a:ea typeface="Calibri"/>
              <a:cs typeface="Calibri"/>
              <a:sym typeface="Calibri"/>
            </a:endParaRPr>
          </a:p>
        </p:txBody>
      </p:sp>
      <p:sp>
        <p:nvSpPr>
          <p:cNvPr id="162" name="Google Shape;162;p16"/>
          <p:cNvSpPr/>
          <p:nvPr/>
        </p:nvSpPr>
        <p:spPr>
          <a:xfrm>
            <a:off x="457200" y="1066800"/>
            <a:ext cx="8253984" cy="1923604"/>
          </a:xfrm>
          <a:prstGeom prst="rect">
            <a:avLst/>
          </a:prstGeom>
          <a:noFill/>
          <a:ln>
            <a:noFill/>
          </a:ln>
        </p:spPr>
        <p:txBody>
          <a:bodyPr spcFirstLastPara="1" wrap="square" lIns="91425" tIns="45700" rIns="91425" bIns="45700" anchor="t" anchorCtr="0">
            <a:spAutoFit/>
          </a:bodyPr>
          <a:lstStyle/>
          <a:p>
            <a:pPr marL="342900" marR="0" lvl="0" indent="-342900" algn="just" rtl="0">
              <a:lnSpc>
                <a:spcPct val="150000"/>
              </a:lnSpc>
              <a:spcBef>
                <a:spcPts val="0"/>
              </a:spcBef>
              <a:spcAft>
                <a:spcPts val="0"/>
              </a:spcAft>
              <a:buClr>
                <a:schemeClr val="dk1"/>
              </a:buClr>
              <a:buSzPts val="2200"/>
              <a:buFont typeface="Noto Sans Symbols"/>
              <a:buChar char="⮚"/>
            </a:pPr>
            <a:r>
              <a:rPr lang="en-GB" sz="2200">
                <a:solidFill>
                  <a:schemeClr val="dk1"/>
                </a:solidFill>
                <a:latin typeface="Calibri"/>
                <a:ea typeface="Calibri"/>
                <a:cs typeface="Calibri"/>
                <a:sym typeface="Calibri"/>
              </a:rPr>
              <a:t>The CPU comprises two parts:</a:t>
            </a:r>
            <a:endParaRPr/>
          </a:p>
          <a:p>
            <a:pPr marL="2695575" marR="0" lvl="0" indent="-539750" algn="just" rtl="0">
              <a:lnSpc>
                <a:spcPct val="150000"/>
              </a:lnSpc>
              <a:spcBef>
                <a:spcPts val="1200"/>
              </a:spcBef>
              <a:spcAft>
                <a:spcPts val="0"/>
              </a:spcAft>
              <a:buClr>
                <a:schemeClr val="dk1"/>
              </a:buClr>
              <a:buSzPts val="2200"/>
              <a:buFont typeface="Noto Sans Symbols"/>
              <a:buChar char="❑"/>
            </a:pPr>
            <a:r>
              <a:rPr lang="en-GB" sz="2200" b="1">
                <a:solidFill>
                  <a:schemeClr val="dk1"/>
                </a:solidFill>
                <a:latin typeface="Calibri"/>
                <a:ea typeface="Calibri"/>
                <a:cs typeface="Calibri"/>
                <a:sym typeface="Calibri"/>
              </a:rPr>
              <a:t>ALU (Arithmetic Logic Unit) </a:t>
            </a:r>
            <a:endParaRPr sz="2200" b="1">
              <a:solidFill>
                <a:schemeClr val="dk1"/>
              </a:solidFill>
              <a:latin typeface="Calibri"/>
              <a:ea typeface="Calibri"/>
              <a:cs typeface="Calibri"/>
              <a:sym typeface="Calibri"/>
            </a:endParaRPr>
          </a:p>
          <a:p>
            <a:pPr marL="2695575" marR="0" lvl="0" indent="-539750" algn="just" rtl="0">
              <a:lnSpc>
                <a:spcPct val="150000"/>
              </a:lnSpc>
              <a:spcBef>
                <a:spcPts val="1200"/>
              </a:spcBef>
              <a:spcAft>
                <a:spcPts val="0"/>
              </a:spcAft>
              <a:buClr>
                <a:schemeClr val="dk1"/>
              </a:buClr>
              <a:buSzPts val="2200"/>
              <a:buFont typeface="Noto Sans Symbols"/>
              <a:buChar char="❑"/>
            </a:pPr>
            <a:r>
              <a:rPr lang="en-GB" sz="2200" b="1">
                <a:solidFill>
                  <a:schemeClr val="dk1"/>
                </a:solidFill>
                <a:latin typeface="Calibri"/>
                <a:ea typeface="Calibri"/>
                <a:cs typeface="Calibri"/>
                <a:sym typeface="Calibri"/>
              </a:rPr>
              <a:t>CU (Control Unit)</a:t>
            </a:r>
            <a:endParaRPr sz="2200" b="1">
              <a:solidFill>
                <a:schemeClr val="dk1"/>
              </a:solidFill>
              <a:latin typeface="Calibri"/>
              <a:ea typeface="Calibri"/>
              <a:cs typeface="Calibri"/>
              <a:sym typeface="Calibri"/>
            </a:endParaRPr>
          </a:p>
        </p:txBody>
      </p:sp>
      <p:sp>
        <p:nvSpPr>
          <p:cNvPr id="163" name="Google Shape;163;p16" descr="https://lh3.googleusercontent.com/notebooklm/ANHWnzKR08W1m6fwRBA4Pk_gX5xrJTrSqRF7JITdfgGKjP3iAI6vkmx1vZ4YpQkz20j4ThLZXHGT_GjoIIIfOSJcOW6896hK87IUtthYU1I8aacxQPU76u7qkQpbtefjBxRPbFMYu5UXRg=w638-h479-v0?authuser=1"/>
          <p:cNvSpPr/>
          <p:nvPr/>
        </p:nvSpPr>
        <p:spPr>
          <a:xfrm>
            <a:off x="0" y="0"/>
            <a:ext cx="304800" cy="3048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pic>
        <p:nvPicPr>
          <p:cNvPr id="164" name="Google Shape;164;p16"/>
          <p:cNvPicPr preferRelativeResize="0"/>
          <p:nvPr/>
        </p:nvPicPr>
        <p:blipFill rotWithShape="1">
          <a:blip r:embed="rId3">
            <a:alphaModFix/>
          </a:blip>
          <a:srcRect b="13889"/>
          <a:stretch/>
        </p:blipFill>
        <p:spPr>
          <a:xfrm>
            <a:off x="1720239" y="3352800"/>
            <a:ext cx="5727905" cy="2971800"/>
          </a:xfrm>
          <a:prstGeom prst="rect">
            <a:avLst/>
          </a:prstGeom>
          <a:noFill/>
          <a:ln>
            <a:noFill/>
          </a:ln>
        </p:spPr>
      </p:pic>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Shape 168"/>
        <p:cNvGrpSpPr/>
        <p:nvPr/>
      </p:nvGrpSpPr>
      <p:grpSpPr>
        <a:xfrm>
          <a:off x="0" y="0"/>
          <a:ext cx="0" cy="0"/>
          <a:chOff x="0" y="0"/>
          <a:chExt cx="0" cy="0"/>
        </a:xfrm>
      </p:grpSpPr>
      <p:sp>
        <p:nvSpPr>
          <p:cNvPr id="169" name="Google Shape;169;p17"/>
          <p:cNvSpPr txBox="1">
            <a:spLocks noGrp="1"/>
          </p:cNvSpPr>
          <p:nvPr>
            <p:ph type="title"/>
          </p:nvPr>
        </p:nvSpPr>
        <p:spPr>
          <a:xfrm>
            <a:off x="179831" y="155806"/>
            <a:ext cx="6220969" cy="505908"/>
          </a:xfrm>
          <a:prstGeom prst="rect">
            <a:avLst/>
          </a:prstGeom>
          <a:noFill/>
          <a:ln>
            <a:noFill/>
          </a:ln>
        </p:spPr>
        <p:txBody>
          <a:bodyPr spcFirstLastPara="1" wrap="square" lIns="0" tIns="13325" rIns="0" bIns="0" anchor="t" anchorCtr="0">
            <a:spAutoFit/>
          </a:bodyPr>
          <a:lstStyle/>
          <a:p>
            <a:pPr marL="12700" lvl="0" indent="0" algn="l" rtl="0">
              <a:spcBef>
                <a:spcPts val="0"/>
              </a:spcBef>
              <a:spcAft>
                <a:spcPts val="0"/>
              </a:spcAft>
              <a:buNone/>
            </a:pPr>
            <a:r>
              <a:rPr lang="en-GB" sz="3200">
                <a:latin typeface="Calibri"/>
                <a:ea typeface="Calibri"/>
                <a:cs typeface="Calibri"/>
                <a:sym typeface="Calibri"/>
              </a:rPr>
              <a:t>Control Unit</a:t>
            </a:r>
            <a:endParaRPr sz="3200">
              <a:latin typeface="Calibri"/>
              <a:ea typeface="Calibri"/>
              <a:cs typeface="Calibri"/>
              <a:sym typeface="Calibri"/>
            </a:endParaRPr>
          </a:p>
        </p:txBody>
      </p:sp>
      <p:sp>
        <p:nvSpPr>
          <p:cNvPr id="170" name="Google Shape;170;p17"/>
          <p:cNvSpPr/>
          <p:nvPr/>
        </p:nvSpPr>
        <p:spPr>
          <a:xfrm>
            <a:off x="457200" y="1371600"/>
            <a:ext cx="8253984" cy="3600945"/>
          </a:xfrm>
          <a:prstGeom prst="rect">
            <a:avLst/>
          </a:prstGeom>
          <a:noFill/>
          <a:ln>
            <a:noFill/>
          </a:ln>
        </p:spPr>
        <p:txBody>
          <a:bodyPr spcFirstLastPara="1" wrap="square" lIns="91425" tIns="45700" rIns="91425" bIns="45700" anchor="t" anchorCtr="0">
            <a:spAutoFit/>
          </a:bodyPr>
          <a:lstStyle/>
          <a:p>
            <a:pPr marL="342900" marR="0" lvl="0" indent="-342900" algn="just" rtl="0">
              <a:lnSpc>
                <a:spcPct val="150000"/>
              </a:lnSpc>
              <a:spcBef>
                <a:spcPts val="0"/>
              </a:spcBef>
              <a:spcAft>
                <a:spcPts val="0"/>
              </a:spcAft>
              <a:buClr>
                <a:schemeClr val="dk1"/>
              </a:buClr>
              <a:buSzPts val="2200"/>
              <a:buFont typeface="Noto Sans Symbols"/>
              <a:buChar char="⮚"/>
            </a:pPr>
            <a:r>
              <a:rPr lang="en-GB" sz="2200" dirty="0">
                <a:solidFill>
                  <a:schemeClr val="dk1"/>
                </a:solidFill>
                <a:latin typeface="Calibri"/>
                <a:ea typeface="Calibri"/>
                <a:cs typeface="Calibri"/>
                <a:sym typeface="Calibri"/>
              </a:rPr>
              <a:t>Generally referred as the </a:t>
            </a:r>
            <a:r>
              <a:rPr lang="en-GB" sz="2200" b="1" dirty="0">
                <a:solidFill>
                  <a:schemeClr val="dk1"/>
                </a:solidFill>
                <a:latin typeface="Calibri"/>
                <a:ea typeface="Calibri"/>
                <a:cs typeface="Calibri"/>
                <a:sym typeface="Calibri"/>
              </a:rPr>
              <a:t>central nervous </a:t>
            </a:r>
            <a:r>
              <a:rPr lang="en-GB" sz="2200" dirty="0">
                <a:solidFill>
                  <a:schemeClr val="dk1"/>
                </a:solidFill>
                <a:latin typeface="Calibri"/>
                <a:ea typeface="Calibri"/>
                <a:cs typeface="Calibri"/>
                <a:sym typeface="Calibri"/>
              </a:rPr>
              <a:t>system of the computer (directs and coordinates all the operations).</a:t>
            </a:r>
            <a:endParaRPr dirty="0"/>
          </a:p>
          <a:p>
            <a:pPr marL="342900" marR="0" lvl="0" indent="-342900" algn="just" rtl="0">
              <a:lnSpc>
                <a:spcPct val="150000"/>
              </a:lnSpc>
              <a:spcBef>
                <a:spcPts val="1200"/>
              </a:spcBef>
              <a:spcAft>
                <a:spcPts val="0"/>
              </a:spcAft>
              <a:buClr>
                <a:schemeClr val="dk1"/>
              </a:buClr>
              <a:buSzPts val="2200"/>
              <a:buFont typeface="Noto Sans Symbols"/>
              <a:buChar char="⮚"/>
            </a:pPr>
            <a:r>
              <a:rPr lang="en-GB" sz="2200" dirty="0">
                <a:solidFill>
                  <a:schemeClr val="dk1"/>
                </a:solidFill>
                <a:latin typeface="Calibri"/>
                <a:ea typeface="Calibri"/>
                <a:cs typeface="Calibri"/>
                <a:sym typeface="Calibri"/>
              </a:rPr>
              <a:t>It receives information from the main memory of computer.</a:t>
            </a:r>
            <a:endParaRPr dirty="0"/>
          </a:p>
          <a:p>
            <a:pPr marL="342900" marR="0" lvl="0" indent="-342900" algn="just" rtl="0">
              <a:lnSpc>
                <a:spcPct val="150000"/>
              </a:lnSpc>
              <a:spcBef>
                <a:spcPts val="1200"/>
              </a:spcBef>
              <a:spcAft>
                <a:spcPts val="0"/>
              </a:spcAft>
              <a:buClr>
                <a:schemeClr val="dk1"/>
              </a:buClr>
              <a:buSzPts val="2200"/>
              <a:buFont typeface="Noto Sans Symbols"/>
              <a:buChar char="⮚"/>
            </a:pPr>
            <a:r>
              <a:rPr lang="en-GB" sz="2200" dirty="0">
                <a:solidFill>
                  <a:schemeClr val="dk1"/>
                </a:solidFill>
                <a:latin typeface="Calibri"/>
                <a:ea typeface="Calibri"/>
                <a:cs typeface="Calibri"/>
                <a:sym typeface="Calibri"/>
              </a:rPr>
              <a:t>It tells the Logic Unit, Memory Unit, as well as Input or Output devices how to handle the instructions in proper order.</a:t>
            </a:r>
            <a:endParaRPr sz="2200" dirty="0">
              <a:solidFill>
                <a:schemeClr val="dk1"/>
              </a:solidFill>
              <a:latin typeface="Calibri"/>
              <a:ea typeface="Calibri"/>
              <a:cs typeface="Calibri"/>
              <a:sym typeface="Calibri"/>
            </a:endParaRPr>
          </a:p>
          <a:p>
            <a:pPr marL="342900" marR="0" lvl="0" indent="-342900" algn="just" rtl="0">
              <a:lnSpc>
                <a:spcPct val="150000"/>
              </a:lnSpc>
              <a:spcBef>
                <a:spcPts val="1200"/>
              </a:spcBef>
              <a:spcAft>
                <a:spcPts val="0"/>
              </a:spcAft>
              <a:buClr>
                <a:schemeClr val="dk1"/>
              </a:buClr>
              <a:buSzPts val="2200"/>
              <a:buFont typeface="Noto Sans Symbols"/>
              <a:buChar char="⮚"/>
            </a:pPr>
            <a:r>
              <a:rPr lang="en-GB" sz="2200" dirty="0">
                <a:solidFill>
                  <a:schemeClr val="dk1"/>
                </a:solidFill>
                <a:latin typeface="Calibri"/>
                <a:ea typeface="Calibri"/>
                <a:cs typeface="Calibri"/>
                <a:sym typeface="Calibri"/>
              </a:rPr>
              <a:t>It </a:t>
            </a:r>
            <a:r>
              <a:rPr lang="en-GB" sz="2200" b="1" dirty="0">
                <a:solidFill>
                  <a:schemeClr val="dk1"/>
                </a:solidFill>
                <a:latin typeface="Calibri"/>
                <a:ea typeface="Calibri"/>
                <a:cs typeface="Calibri"/>
                <a:sym typeface="Calibri"/>
              </a:rPr>
              <a:t>does not process or store data</a:t>
            </a:r>
            <a:r>
              <a:rPr lang="en-GB" sz="2200" dirty="0">
                <a:solidFill>
                  <a:schemeClr val="dk1"/>
                </a:solidFill>
                <a:latin typeface="Calibri"/>
                <a:ea typeface="Calibri"/>
                <a:cs typeface="Calibri"/>
                <a:sym typeface="Calibri"/>
              </a:rPr>
              <a:t>; it only controls the flow of data.</a:t>
            </a:r>
            <a:endParaRPr sz="2200" dirty="0">
              <a:solidFill>
                <a:schemeClr val="dk1"/>
              </a:solidFill>
              <a:latin typeface="Calibri"/>
              <a:ea typeface="Calibri"/>
              <a:cs typeface="Calibri"/>
              <a:sym typeface="Calibri"/>
            </a:endParaRPr>
          </a:p>
        </p:txBody>
      </p:sp>
      <p:sp>
        <p:nvSpPr>
          <p:cNvPr id="171" name="Google Shape;171;p17" descr="https://lh3.googleusercontent.com/notebooklm/ANHWnzKR08W1m6fwRBA4Pk_gX5xrJTrSqRF7JITdfgGKjP3iAI6vkmx1vZ4YpQkz20j4ThLZXHGT_GjoIIIfOSJcOW6896hK87IUtthYU1I8aacxQPU76u7qkQpbtefjBxRPbFMYu5UXRg=w638-h479-v0?authuser=1"/>
          <p:cNvSpPr/>
          <p:nvPr/>
        </p:nvSpPr>
        <p:spPr>
          <a:xfrm>
            <a:off x="0" y="0"/>
            <a:ext cx="304800" cy="3048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Shape 175"/>
        <p:cNvGrpSpPr/>
        <p:nvPr/>
      </p:nvGrpSpPr>
      <p:grpSpPr>
        <a:xfrm>
          <a:off x="0" y="0"/>
          <a:ext cx="0" cy="0"/>
          <a:chOff x="0" y="0"/>
          <a:chExt cx="0" cy="0"/>
        </a:xfrm>
      </p:grpSpPr>
      <p:sp>
        <p:nvSpPr>
          <p:cNvPr id="176" name="Google Shape;176;p18"/>
          <p:cNvSpPr txBox="1">
            <a:spLocks noGrp="1"/>
          </p:cNvSpPr>
          <p:nvPr>
            <p:ph type="title"/>
          </p:nvPr>
        </p:nvSpPr>
        <p:spPr>
          <a:xfrm>
            <a:off x="179831" y="155806"/>
            <a:ext cx="6220969" cy="505908"/>
          </a:xfrm>
          <a:prstGeom prst="rect">
            <a:avLst/>
          </a:prstGeom>
          <a:noFill/>
          <a:ln>
            <a:noFill/>
          </a:ln>
        </p:spPr>
        <p:txBody>
          <a:bodyPr spcFirstLastPara="1" wrap="square" lIns="0" tIns="13325" rIns="0" bIns="0" anchor="t" anchorCtr="0">
            <a:spAutoFit/>
          </a:bodyPr>
          <a:lstStyle/>
          <a:p>
            <a:pPr marL="12700" lvl="0" indent="0" algn="l" rtl="0">
              <a:spcBef>
                <a:spcPts val="0"/>
              </a:spcBef>
              <a:spcAft>
                <a:spcPts val="0"/>
              </a:spcAft>
              <a:buNone/>
            </a:pPr>
            <a:r>
              <a:rPr lang="en-GB" sz="3200">
                <a:latin typeface="Calibri"/>
                <a:ea typeface="Calibri"/>
                <a:cs typeface="Calibri"/>
                <a:sym typeface="Calibri"/>
              </a:rPr>
              <a:t>Arithmetic Logic Unit</a:t>
            </a:r>
            <a:endParaRPr sz="3200">
              <a:latin typeface="Calibri"/>
              <a:ea typeface="Calibri"/>
              <a:cs typeface="Calibri"/>
              <a:sym typeface="Calibri"/>
            </a:endParaRPr>
          </a:p>
        </p:txBody>
      </p:sp>
      <p:sp>
        <p:nvSpPr>
          <p:cNvPr id="177" name="Google Shape;177;p18"/>
          <p:cNvSpPr/>
          <p:nvPr/>
        </p:nvSpPr>
        <p:spPr>
          <a:xfrm>
            <a:off x="381000" y="1600200"/>
            <a:ext cx="8382000" cy="3702424"/>
          </a:xfrm>
          <a:prstGeom prst="rect">
            <a:avLst/>
          </a:prstGeom>
          <a:noFill/>
          <a:ln>
            <a:noFill/>
          </a:ln>
        </p:spPr>
        <p:txBody>
          <a:bodyPr spcFirstLastPara="1" wrap="square" lIns="91425" tIns="45700" rIns="91425" bIns="45700" anchor="t" anchorCtr="0">
            <a:spAutoFit/>
          </a:bodyPr>
          <a:lstStyle/>
          <a:p>
            <a:pPr marL="342900" marR="0" lvl="0" indent="-342900" algn="just" rtl="0">
              <a:lnSpc>
                <a:spcPct val="150000"/>
              </a:lnSpc>
              <a:spcBef>
                <a:spcPts val="0"/>
              </a:spcBef>
              <a:spcAft>
                <a:spcPts val="0"/>
              </a:spcAft>
              <a:buClr>
                <a:schemeClr val="dk1"/>
              </a:buClr>
              <a:buSzPts val="2200"/>
              <a:buFont typeface="Noto Sans Symbols"/>
              <a:buChar char="⮚"/>
            </a:pPr>
            <a:r>
              <a:rPr lang="en-GB" sz="2200">
                <a:solidFill>
                  <a:schemeClr val="dk1"/>
                </a:solidFill>
                <a:latin typeface="Calibri"/>
                <a:ea typeface="Calibri"/>
                <a:cs typeface="Calibri"/>
                <a:sym typeface="Calibri"/>
              </a:rPr>
              <a:t>Comprises of two terms: </a:t>
            </a:r>
            <a:r>
              <a:rPr lang="en-GB" sz="2200" b="1">
                <a:solidFill>
                  <a:schemeClr val="dk1"/>
                </a:solidFill>
                <a:latin typeface="Calibri"/>
                <a:ea typeface="Calibri"/>
                <a:cs typeface="Calibri"/>
                <a:sym typeface="Calibri"/>
              </a:rPr>
              <a:t>Arithmetic</a:t>
            </a:r>
            <a:r>
              <a:rPr lang="en-GB" sz="2200">
                <a:solidFill>
                  <a:schemeClr val="dk1"/>
                </a:solidFill>
                <a:latin typeface="Calibri"/>
                <a:ea typeface="Calibri"/>
                <a:cs typeface="Calibri"/>
                <a:sym typeface="Calibri"/>
              </a:rPr>
              <a:t> and </a:t>
            </a:r>
            <a:r>
              <a:rPr lang="en-GB" sz="2200" b="1">
                <a:solidFill>
                  <a:schemeClr val="dk1"/>
                </a:solidFill>
                <a:latin typeface="Calibri"/>
                <a:ea typeface="Calibri"/>
                <a:cs typeface="Calibri"/>
                <a:sym typeface="Calibri"/>
              </a:rPr>
              <a:t>Logic</a:t>
            </a:r>
            <a:r>
              <a:rPr lang="en-GB" sz="2200">
                <a:solidFill>
                  <a:schemeClr val="dk1"/>
                </a:solidFill>
                <a:latin typeface="Calibri"/>
                <a:ea typeface="Calibri"/>
                <a:cs typeface="Calibri"/>
                <a:sym typeface="Calibri"/>
              </a:rPr>
              <a:t>.</a:t>
            </a:r>
            <a:endParaRPr sz="2200">
              <a:solidFill>
                <a:schemeClr val="dk1"/>
              </a:solidFill>
              <a:latin typeface="Calibri"/>
              <a:ea typeface="Calibri"/>
              <a:cs typeface="Calibri"/>
              <a:sym typeface="Calibri"/>
            </a:endParaRPr>
          </a:p>
          <a:p>
            <a:pPr marL="342900" marR="0" lvl="0" indent="-342900" algn="just" rtl="0">
              <a:lnSpc>
                <a:spcPct val="150000"/>
              </a:lnSpc>
              <a:spcBef>
                <a:spcPts val="1200"/>
              </a:spcBef>
              <a:spcAft>
                <a:spcPts val="0"/>
              </a:spcAft>
              <a:buClr>
                <a:schemeClr val="dk1"/>
              </a:buClr>
              <a:buSzPts val="2200"/>
              <a:buFont typeface="Noto Sans Symbols"/>
              <a:buChar char="⮚"/>
            </a:pPr>
            <a:r>
              <a:rPr lang="en-GB" sz="2200">
                <a:solidFill>
                  <a:schemeClr val="dk1"/>
                </a:solidFill>
                <a:latin typeface="Calibri"/>
                <a:ea typeface="Calibri"/>
                <a:cs typeface="Calibri"/>
                <a:sym typeface="Calibri"/>
              </a:rPr>
              <a:t>Performs operations like addition, subtraction, multiplication, and division.</a:t>
            </a:r>
            <a:endParaRPr/>
          </a:p>
          <a:p>
            <a:pPr marL="342900" marR="0" lvl="0" indent="-342900" algn="just" rtl="0">
              <a:lnSpc>
                <a:spcPct val="150000"/>
              </a:lnSpc>
              <a:spcBef>
                <a:spcPts val="1200"/>
              </a:spcBef>
              <a:spcAft>
                <a:spcPts val="0"/>
              </a:spcAft>
              <a:buClr>
                <a:schemeClr val="dk1"/>
              </a:buClr>
              <a:buSzPts val="2200"/>
              <a:buFont typeface="Noto Sans Symbols"/>
              <a:buChar char="⮚"/>
            </a:pPr>
            <a:r>
              <a:rPr lang="en-GB" sz="2200">
                <a:solidFill>
                  <a:schemeClr val="dk1"/>
                </a:solidFill>
                <a:latin typeface="Calibri"/>
                <a:ea typeface="Calibri"/>
                <a:cs typeface="Calibri"/>
                <a:sym typeface="Calibri"/>
              </a:rPr>
              <a:t>Handles </a:t>
            </a:r>
            <a:r>
              <a:rPr lang="en-GB" sz="2200" b="1">
                <a:solidFill>
                  <a:schemeClr val="dk1"/>
                </a:solidFill>
                <a:latin typeface="Calibri"/>
                <a:ea typeface="Calibri"/>
                <a:cs typeface="Calibri"/>
                <a:sym typeface="Calibri"/>
              </a:rPr>
              <a:t>comparisons</a:t>
            </a:r>
            <a:r>
              <a:rPr lang="en-GB" sz="2200">
                <a:solidFill>
                  <a:schemeClr val="dk1"/>
                </a:solidFill>
                <a:latin typeface="Calibri"/>
                <a:ea typeface="Calibri"/>
                <a:cs typeface="Calibri"/>
                <a:sym typeface="Calibri"/>
              </a:rPr>
              <a:t> like greater than, less than, equal to, etc.</a:t>
            </a:r>
            <a:endParaRPr/>
          </a:p>
          <a:p>
            <a:pPr marL="342900" marR="0" lvl="0" indent="-342900" algn="just" rtl="0">
              <a:lnSpc>
                <a:spcPct val="150000"/>
              </a:lnSpc>
              <a:spcBef>
                <a:spcPts val="1200"/>
              </a:spcBef>
              <a:spcAft>
                <a:spcPts val="0"/>
              </a:spcAft>
              <a:buClr>
                <a:schemeClr val="dk1"/>
              </a:buClr>
              <a:buSzPts val="2200"/>
              <a:buFont typeface="Noto Sans Symbols"/>
              <a:buChar char="⮚"/>
            </a:pPr>
            <a:r>
              <a:rPr lang="en-GB" sz="2200" b="1">
                <a:solidFill>
                  <a:schemeClr val="dk1"/>
                </a:solidFill>
                <a:latin typeface="Calibri"/>
                <a:ea typeface="Calibri"/>
                <a:cs typeface="Calibri"/>
                <a:sym typeface="Calibri"/>
              </a:rPr>
              <a:t>Doesn’t</a:t>
            </a:r>
            <a:r>
              <a:rPr lang="en-GB" sz="2200">
                <a:solidFill>
                  <a:schemeClr val="dk1"/>
                </a:solidFill>
                <a:latin typeface="Calibri"/>
                <a:ea typeface="Calibri"/>
                <a:cs typeface="Calibri"/>
                <a:sym typeface="Calibri"/>
              </a:rPr>
              <a:t> control or manage the process flow.</a:t>
            </a:r>
            <a:endParaRPr/>
          </a:p>
          <a:p>
            <a:pPr marL="342900" marR="0" lvl="0" indent="-342900" algn="just" rtl="0">
              <a:lnSpc>
                <a:spcPct val="150000"/>
              </a:lnSpc>
              <a:spcBef>
                <a:spcPts val="1200"/>
              </a:spcBef>
              <a:spcAft>
                <a:spcPts val="0"/>
              </a:spcAft>
              <a:buClr>
                <a:schemeClr val="dk1"/>
              </a:buClr>
              <a:buSzPts val="2200"/>
              <a:buFont typeface="Noto Sans Symbols"/>
              <a:buChar char="⮚"/>
            </a:pPr>
            <a:r>
              <a:rPr lang="en-GB" sz="2200">
                <a:solidFill>
                  <a:schemeClr val="dk1"/>
                </a:solidFill>
                <a:latin typeface="Calibri"/>
                <a:ea typeface="Calibri"/>
                <a:cs typeface="Calibri"/>
                <a:sym typeface="Calibri"/>
              </a:rPr>
              <a:t>Executes operations as instructed by the </a:t>
            </a:r>
            <a:r>
              <a:rPr lang="en-GB" sz="2200" b="1">
                <a:solidFill>
                  <a:schemeClr val="dk1"/>
                </a:solidFill>
                <a:latin typeface="Calibri"/>
                <a:ea typeface="Calibri"/>
                <a:cs typeface="Calibri"/>
                <a:sym typeface="Calibri"/>
              </a:rPr>
              <a:t>Control Unit</a:t>
            </a:r>
            <a:r>
              <a:rPr lang="en-GB" sz="2200">
                <a:solidFill>
                  <a:schemeClr val="dk1"/>
                </a:solidFill>
                <a:latin typeface="Calibri"/>
                <a:ea typeface="Calibri"/>
                <a:cs typeface="Calibri"/>
                <a:sym typeface="Calibri"/>
              </a:rPr>
              <a:t>.</a:t>
            </a:r>
            <a:endParaRPr sz="2200">
              <a:solidFill>
                <a:schemeClr val="dk1"/>
              </a:solidFill>
              <a:latin typeface="Calibri"/>
              <a:ea typeface="Calibri"/>
              <a:cs typeface="Calibri"/>
              <a:sym typeface="Calibri"/>
            </a:endParaRPr>
          </a:p>
        </p:txBody>
      </p:sp>
      <p:sp>
        <p:nvSpPr>
          <p:cNvPr id="178" name="Google Shape;178;p18" descr="https://lh3.googleusercontent.com/notebooklm/ANHWnzKR08W1m6fwRBA4Pk_gX5xrJTrSqRF7JITdfgGKjP3iAI6vkmx1vZ4YpQkz20j4ThLZXHGT_GjoIIIfOSJcOW6896hK87IUtthYU1I8aacxQPU76u7qkQpbtefjBxRPbFMYu5UXRg=w638-h479-v0?authuser=1"/>
          <p:cNvSpPr/>
          <p:nvPr/>
        </p:nvSpPr>
        <p:spPr>
          <a:xfrm>
            <a:off x="0" y="0"/>
            <a:ext cx="304800" cy="3048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Shape 182"/>
        <p:cNvGrpSpPr/>
        <p:nvPr/>
      </p:nvGrpSpPr>
      <p:grpSpPr>
        <a:xfrm>
          <a:off x="0" y="0"/>
          <a:ext cx="0" cy="0"/>
          <a:chOff x="0" y="0"/>
          <a:chExt cx="0" cy="0"/>
        </a:xfrm>
      </p:grpSpPr>
      <p:sp>
        <p:nvSpPr>
          <p:cNvPr id="183" name="Google Shape;183;p19"/>
          <p:cNvSpPr txBox="1">
            <a:spLocks noGrp="1"/>
          </p:cNvSpPr>
          <p:nvPr>
            <p:ph type="title"/>
          </p:nvPr>
        </p:nvSpPr>
        <p:spPr>
          <a:xfrm>
            <a:off x="179831" y="155806"/>
            <a:ext cx="6220969" cy="505908"/>
          </a:xfrm>
          <a:prstGeom prst="rect">
            <a:avLst/>
          </a:prstGeom>
          <a:noFill/>
          <a:ln>
            <a:noFill/>
          </a:ln>
        </p:spPr>
        <p:txBody>
          <a:bodyPr spcFirstLastPara="1" wrap="square" lIns="0" tIns="13325" rIns="0" bIns="0" anchor="t" anchorCtr="0">
            <a:spAutoFit/>
          </a:bodyPr>
          <a:lstStyle/>
          <a:p>
            <a:pPr marL="12700" lvl="0" indent="0" algn="l" rtl="0">
              <a:spcBef>
                <a:spcPts val="0"/>
              </a:spcBef>
              <a:spcAft>
                <a:spcPts val="0"/>
              </a:spcAft>
              <a:buNone/>
            </a:pPr>
            <a:r>
              <a:rPr lang="en-GB" sz="3200">
                <a:latin typeface="Calibri"/>
                <a:ea typeface="Calibri"/>
                <a:cs typeface="Calibri"/>
                <a:sym typeface="Calibri"/>
              </a:rPr>
              <a:t>Introduction to Computer Bus</a:t>
            </a:r>
            <a:endParaRPr sz="3200">
              <a:latin typeface="Calibri"/>
              <a:ea typeface="Calibri"/>
              <a:cs typeface="Calibri"/>
              <a:sym typeface="Calibri"/>
            </a:endParaRPr>
          </a:p>
        </p:txBody>
      </p:sp>
      <p:sp>
        <p:nvSpPr>
          <p:cNvPr id="184" name="Google Shape;184;p19"/>
          <p:cNvSpPr/>
          <p:nvPr/>
        </p:nvSpPr>
        <p:spPr>
          <a:xfrm>
            <a:off x="331269" y="960122"/>
            <a:ext cx="8382000" cy="2225096"/>
          </a:xfrm>
          <a:prstGeom prst="rect">
            <a:avLst/>
          </a:prstGeom>
          <a:noFill/>
          <a:ln>
            <a:noFill/>
          </a:ln>
        </p:spPr>
        <p:txBody>
          <a:bodyPr spcFirstLastPara="1" wrap="square" lIns="91425" tIns="45700" rIns="91425" bIns="45700" anchor="t" anchorCtr="0">
            <a:spAutoFit/>
          </a:bodyPr>
          <a:lstStyle/>
          <a:p>
            <a:pPr marL="342900" marR="0" lvl="0" indent="-342900" algn="just" rtl="0">
              <a:lnSpc>
                <a:spcPct val="150000"/>
              </a:lnSpc>
              <a:spcBef>
                <a:spcPts val="0"/>
              </a:spcBef>
              <a:spcAft>
                <a:spcPts val="0"/>
              </a:spcAft>
              <a:buClr>
                <a:schemeClr val="dk1"/>
              </a:buClr>
              <a:buSzPts val="2200"/>
              <a:buFont typeface="Noto Sans Symbols"/>
              <a:buChar char="⮚"/>
            </a:pPr>
            <a:r>
              <a:rPr lang="en-GB" sz="2200">
                <a:solidFill>
                  <a:schemeClr val="dk1"/>
                </a:solidFill>
                <a:latin typeface="Calibri"/>
                <a:ea typeface="Calibri"/>
                <a:cs typeface="Calibri"/>
                <a:sym typeface="Calibri"/>
              </a:rPr>
              <a:t>The Computer Bus is a </a:t>
            </a:r>
            <a:r>
              <a:rPr lang="en-GB" sz="2200" b="1">
                <a:solidFill>
                  <a:schemeClr val="dk1"/>
                </a:solidFill>
                <a:latin typeface="Calibri"/>
                <a:ea typeface="Calibri"/>
                <a:cs typeface="Calibri"/>
                <a:sym typeface="Calibri"/>
              </a:rPr>
              <a:t>communication link </a:t>
            </a:r>
            <a:r>
              <a:rPr lang="en-GB" sz="2200">
                <a:solidFill>
                  <a:schemeClr val="dk1"/>
                </a:solidFill>
                <a:latin typeface="Calibri"/>
                <a:ea typeface="Calibri"/>
                <a:cs typeface="Calibri"/>
                <a:sym typeface="Calibri"/>
              </a:rPr>
              <a:t>used in a computer system to send </a:t>
            </a:r>
            <a:r>
              <a:rPr lang="en-GB" sz="2200" b="1">
                <a:solidFill>
                  <a:schemeClr val="dk1"/>
                </a:solidFill>
                <a:latin typeface="Calibri"/>
                <a:ea typeface="Calibri"/>
                <a:cs typeface="Calibri"/>
                <a:sym typeface="Calibri"/>
              </a:rPr>
              <a:t>data</a:t>
            </a:r>
            <a:r>
              <a:rPr lang="en-GB" sz="2200">
                <a:solidFill>
                  <a:schemeClr val="dk1"/>
                </a:solidFill>
                <a:latin typeface="Calibri"/>
                <a:ea typeface="Calibri"/>
                <a:cs typeface="Calibri"/>
                <a:sym typeface="Calibri"/>
              </a:rPr>
              <a:t>, </a:t>
            </a:r>
            <a:r>
              <a:rPr lang="en-GB" sz="2200" b="1">
                <a:solidFill>
                  <a:schemeClr val="dk1"/>
                </a:solidFill>
                <a:latin typeface="Calibri"/>
                <a:ea typeface="Calibri"/>
                <a:cs typeface="Calibri"/>
                <a:sym typeface="Calibri"/>
              </a:rPr>
              <a:t>addresses</a:t>
            </a:r>
            <a:r>
              <a:rPr lang="en-GB" sz="2200">
                <a:solidFill>
                  <a:schemeClr val="dk1"/>
                </a:solidFill>
                <a:latin typeface="Calibri"/>
                <a:ea typeface="Calibri"/>
                <a:cs typeface="Calibri"/>
                <a:sym typeface="Calibri"/>
              </a:rPr>
              <a:t>, </a:t>
            </a:r>
            <a:r>
              <a:rPr lang="en-GB" sz="2200" b="1">
                <a:solidFill>
                  <a:schemeClr val="dk1"/>
                </a:solidFill>
                <a:latin typeface="Calibri"/>
                <a:ea typeface="Calibri"/>
                <a:cs typeface="Calibri"/>
                <a:sym typeface="Calibri"/>
              </a:rPr>
              <a:t>control signals</a:t>
            </a:r>
            <a:r>
              <a:rPr lang="en-GB" sz="2200">
                <a:solidFill>
                  <a:schemeClr val="dk1"/>
                </a:solidFill>
                <a:latin typeface="Calibri"/>
                <a:ea typeface="Calibri"/>
                <a:cs typeface="Calibri"/>
                <a:sym typeface="Calibri"/>
              </a:rPr>
              <a:t>, and </a:t>
            </a:r>
            <a:r>
              <a:rPr lang="en-GB" sz="2200" b="1">
                <a:solidFill>
                  <a:schemeClr val="dk1"/>
                </a:solidFill>
                <a:latin typeface="Calibri"/>
                <a:ea typeface="Calibri"/>
                <a:cs typeface="Calibri"/>
                <a:sym typeface="Calibri"/>
              </a:rPr>
              <a:t>power</a:t>
            </a:r>
            <a:r>
              <a:rPr lang="en-GB" sz="2200">
                <a:solidFill>
                  <a:schemeClr val="dk1"/>
                </a:solidFill>
                <a:latin typeface="Calibri"/>
                <a:ea typeface="Calibri"/>
                <a:cs typeface="Calibri"/>
                <a:sym typeface="Calibri"/>
              </a:rPr>
              <a:t> to various hardware components in a computer system.</a:t>
            </a:r>
            <a:endParaRPr/>
          </a:p>
          <a:p>
            <a:pPr marL="342900" marR="0" lvl="0" indent="-342900" algn="just" rtl="0">
              <a:lnSpc>
                <a:spcPct val="150000"/>
              </a:lnSpc>
              <a:spcBef>
                <a:spcPts val="1200"/>
              </a:spcBef>
              <a:spcAft>
                <a:spcPts val="0"/>
              </a:spcAft>
              <a:buClr>
                <a:schemeClr val="dk1"/>
              </a:buClr>
              <a:buSzPts val="2200"/>
              <a:buFont typeface="Noto Sans Symbols"/>
              <a:buChar char="⮚"/>
            </a:pPr>
            <a:r>
              <a:rPr lang="en-GB" sz="2200">
                <a:solidFill>
                  <a:schemeClr val="dk1"/>
                </a:solidFill>
                <a:latin typeface="Calibri"/>
                <a:ea typeface="Calibri"/>
                <a:cs typeface="Calibri"/>
                <a:sym typeface="Calibri"/>
              </a:rPr>
              <a:t>These buses act as a </a:t>
            </a:r>
            <a:r>
              <a:rPr lang="en-GB" sz="2200" b="1">
                <a:solidFill>
                  <a:schemeClr val="dk1"/>
                </a:solidFill>
                <a:latin typeface="Calibri"/>
                <a:ea typeface="Calibri"/>
                <a:cs typeface="Calibri"/>
                <a:sym typeface="Calibri"/>
              </a:rPr>
              <a:t>shared communication channel</a:t>
            </a:r>
            <a:r>
              <a:rPr lang="en-GB" sz="2200">
                <a:solidFill>
                  <a:schemeClr val="dk1"/>
                </a:solidFill>
                <a:latin typeface="Calibri"/>
                <a:ea typeface="Calibri"/>
                <a:cs typeface="Calibri"/>
                <a:sym typeface="Calibri"/>
              </a:rPr>
              <a:t>.</a:t>
            </a:r>
            <a:endParaRPr/>
          </a:p>
        </p:txBody>
      </p:sp>
      <p:sp>
        <p:nvSpPr>
          <p:cNvPr id="185" name="Google Shape;185;p19" descr="https://lh3.googleusercontent.com/notebooklm/ANHWnzKR08W1m6fwRBA4Pk_gX5xrJTrSqRF7JITdfgGKjP3iAI6vkmx1vZ4YpQkz20j4ThLZXHGT_GjoIIIfOSJcOW6896hK87IUtthYU1I8aacxQPU76u7qkQpbtefjBxRPbFMYu5UXRg=w638-h479-v0?authuser=1"/>
          <p:cNvSpPr/>
          <p:nvPr/>
        </p:nvSpPr>
        <p:spPr>
          <a:xfrm>
            <a:off x="0" y="0"/>
            <a:ext cx="304800" cy="3048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pic>
        <p:nvPicPr>
          <p:cNvPr id="186" name="Google Shape;186;p19" descr="Screen Clipping"/>
          <p:cNvPicPr preferRelativeResize="0"/>
          <p:nvPr/>
        </p:nvPicPr>
        <p:blipFill rotWithShape="1">
          <a:blip r:embed="rId3">
            <a:alphaModFix/>
          </a:blip>
          <a:srcRect/>
          <a:stretch/>
        </p:blipFill>
        <p:spPr>
          <a:xfrm>
            <a:off x="3071207" y="3429000"/>
            <a:ext cx="2902123" cy="3044759"/>
          </a:xfrm>
          <a:prstGeom prst="rect">
            <a:avLst/>
          </a:prstGeom>
          <a:noFill/>
          <a:ln>
            <a:noFill/>
          </a:ln>
        </p:spPr>
      </p:pic>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Shape 190"/>
        <p:cNvGrpSpPr/>
        <p:nvPr/>
      </p:nvGrpSpPr>
      <p:grpSpPr>
        <a:xfrm>
          <a:off x="0" y="0"/>
          <a:ext cx="0" cy="0"/>
          <a:chOff x="0" y="0"/>
          <a:chExt cx="0" cy="0"/>
        </a:xfrm>
      </p:grpSpPr>
      <p:sp>
        <p:nvSpPr>
          <p:cNvPr id="191" name="Google Shape;191;p20"/>
          <p:cNvSpPr txBox="1">
            <a:spLocks noGrp="1"/>
          </p:cNvSpPr>
          <p:nvPr>
            <p:ph type="title"/>
          </p:nvPr>
        </p:nvSpPr>
        <p:spPr>
          <a:xfrm>
            <a:off x="179831" y="155806"/>
            <a:ext cx="6220969" cy="505908"/>
          </a:xfrm>
          <a:prstGeom prst="rect">
            <a:avLst/>
          </a:prstGeom>
          <a:noFill/>
          <a:ln>
            <a:noFill/>
          </a:ln>
        </p:spPr>
        <p:txBody>
          <a:bodyPr spcFirstLastPara="1" wrap="square" lIns="0" tIns="13325" rIns="0" bIns="0" anchor="t" anchorCtr="0">
            <a:spAutoFit/>
          </a:bodyPr>
          <a:lstStyle/>
          <a:p>
            <a:pPr marL="12700" lvl="0" indent="0" algn="l" rtl="0">
              <a:spcBef>
                <a:spcPts val="0"/>
              </a:spcBef>
              <a:spcAft>
                <a:spcPts val="0"/>
              </a:spcAft>
              <a:buNone/>
            </a:pPr>
            <a:r>
              <a:rPr lang="en-GB" sz="3200">
                <a:latin typeface="Calibri"/>
                <a:ea typeface="Calibri"/>
                <a:cs typeface="Calibri"/>
                <a:sym typeface="Calibri"/>
              </a:rPr>
              <a:t>Introduction to Computer Bus</a:t>
            </a:r>
            <a:endParaRPr sz="3200">
              <a:latin typeface="Calibri"/>
              <a:ea typeface="Calibri"/>
              <a:cs typeface="Calibri"/>
              <a:sym typeface="Calibri"/>
            </a:endParaRPr>
          </a:p>
        </p:txBody>
      </p:sp>
      <p:sp>
        <p:nvSpPr>
          <p:cNvPr id="192" name="Google Shape;192;p20" descr="https://lh3.googleusercontent.com/notebooklm/ANHWnzKR08W1m6fwRBA4Pk_gX5xrJTrSqRF7JITdfgGKjP3iAI6vkmx1vZ4YpQkz20j4ThLZXHGT_GjoIIIfOSJcOW6896hK87IUtthYU1I8aacxQPU76u7qkQpbtefjBxRPbFMYu5UXRg=w638-h479-v0?authuser=1"/>
          <p:cNvSpPr/>
          <p:nvPr/>
        </p:nvSpPr>
        <p:spPr>
          <a:xfrm>
            <a:off x="0" y="0"/>
            <a:ext cx="304800" cy="3048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pic>
        <p:nvPicPr>
          <p:cNvPr id="193" name="Google Shape;193;p20"/>
          <p:cNvPicPr preferRelativeResize="0"/>
          <p:nvPr/>
        </p:nvPicPr>
        <p:blipFill rotWithShape="1">
          <a:blip r:embed="rId3">
            <a:alphaModFix/>
          </a:blip>
          <a:srcRect/>
          <a:stretch/>
        </p:blipFill>
        <p:spPr>
          <a:xfrm>
            <a:off x="179831" y="1676400"/>
            <a:ext cx="8791575" cy="4267200"/>
          </a:xfrm>
          <a:prstGeom prst="rect">
            <a:avLst/>
          </a:prstGeom>
          <a:noFill/>
          <a:ln>
            <a:noFill/>
          </a:ln>
        </p:spPr>
      </p:pic>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Shape 197"/>
        <p:cNvGrpSpPr/>
        <p:nvPr/>
      </p:nvGrpSpPr>
      <p:grpSpPr>
        <a:xfrm>
          <a:off x="0" y="0"/>
          <a:ext cx="0" cy="0"/>
          <a:chOff x="0" y="0"/>
          <a:chExt cx="0" cy="0"/>
        </a:xfrm>
      </p:grpSpPr>
      <p:sp>
        <p:nvSpPr>
          <p:cNvPr id="198" name="Google Shape;198;p21"/>
          <p:cNvSpPr txBox="1">
            <a:spLocks noGrp="1"/>
          </p:cNvSpPr>
          <p:nvPr>
            <p:ph type="title"/>
          </p:nvPr>
        </p:nvSpPr>
        <p:spPr>
          <a:xfrm>
            <a:off x="179831" y="155806"/>
            <a:ext cx="6220969" cy="505908"/>
          </a:xfrm>
          <a:prstGeom prst="rect">
            <a:avLst/>
          </a:prstGeom>
          <a:noFill/>
          <a:ln>
            <a:noFill/>
          </a:ln>
        </p:spPr>
        <p:txBody>
          <a:bodyPr spcFirstLastPara="1" wrap="square" lIns="0" tIns="13325" rIns="0" bIns="0" anchor="t" anchorCtr="0">
            <a:spAutoFit/>
          </a:bodyPr>
          <a:lstStyle/>
          <a:p>
            <a:pPr marL="12700" lvl="0" indent="0" algn="l" rtl="0">
              <a:spcBef>
                <a:spcPts val="0"/>
              </a:spcBef>
              <a:spcAft>
                <a:spcPts val="0"/>
              </a:spcAft>
              <a:buNone/>
            </a:pPr>
            <a:r>
              <a:rPr lang="en-GB" sz="3200">
                <a:latin typeface="Calibri"/>
                <a:ea typeface="Calibri"/>
                <a:cs typeface="Calibri"/>
                <a:sym typeface="Calibri"/>
              </a:rPr>
              <a:t>Computer Bus (Data Bus)</a:t>
            </a:r>
            <a:endParaRPr sz="3200">
              <a:latin typeface="Calibri"/>
              <a:ea typeface="Calibri"/>
              <a:cs typeface="Calibri"/>
              <a:sym typeface="Calibri"/>
            </a:endParaRPr>
          </a:p>
        </p:txBody>
      </p:sp>
      <p:sp>
        <p:nvSpPr>
          <p:cNvPr id="199" name="Google Shape;199;p21"/>
          <p:cNvSpPr/>
          <p:nvPr/>
        </p:nvSpPr>
        <p:spPr>
          <a:xfrm>
            <a:off x="533400" y="1213760"/>
            <a:ext cx="8077200" cy="5232161"/>
          </a:xfrm>
          <a:prstGeom prst="rect">
            <a:avLst/>
          </a:prstGeom>
          <a:noFill/>
          <a:ln>
            <a:noFill/>
          </a:ln>
        </p:spPr>
        <p:txBody>
          <a:bodyPr spcFirstLastPara="1" wrap="square" lIns="91425" tIns="45700" rIns="91425" bIns="45700" anchor="t" anchorCtr="0">
            <a:spAutoFit/>
          </a:bodyPr>
          <a:lstStyle/>
          <a:p>
            <a:pPr marL="342900" marR="0" lvl="0" indent="-342900" algn="just" rtl="0">
              <a:spcBef>
                <a:spcPts val="0"/>
              </a:spcBef>
              <a:spcAft>
                <a:spcPts val="0"/>
              </a:spcAft>
              <a:buClr>
                <a:schemeClr val="dk1"/>
              </a:buClr>
              <a:buSzPts val="2200"/>
              <a:buFont typeface="Noto Sans Symbols"/>
              <a:buChar char="⮚"/>
            </a:pPr>
            <a:r>
              <a:rPr lang="en-GB" sz="2000" dirty="0">
                <a:solidFill>
                  <a:schemeClr val="dk1"/>
                </a:solidFill>
                <a:latin typeface="Times New Roman" panose="02020603050405020304" pitchFamily="18" charset="0"/>
                <a:ea typeface="Calibri"/>
                <a:cs typeface="Times New Roman" panose="02020603050405020304" pitchFamily="18" charset="0"/>
                <a:sym typeface="Calibri"/>
              </a:rPr>
              <a:t>Dedicated for the transmitting the data between the CPU, peripheral devices and other hardware components. </a:t>
            </a:r>
          </a:p>
          <a:p>
            <a:pPr marL="342900" marR="0" lvl="0" indent="-342900" algn="just" rtl="0">
              <a:spcBef>
                <a:spcPts val="0"/>
              </a:spcBef>
              <a:spcAft>
                <a:spcPts val="0"/>
              </a:spcAft>
              <a:buClr>
                <a:schemeClr val="dk1"/>
              </a:buClr>
              <a:buSzPts val="2200"/>
              <a:buFont typeface="Noto Sans Symbols"/>
              <a:buChar char="⮚"/>
            </a:pPr>
            <a:r>
              <a:rPr lang="en-GB" sz="2000" dirty="0">
                <a:solidFill>
                  <a:schemeClr val="dk1"/>
                </a:solidFill>
                <a:latin typeface="Times New Roman" panose="02020603050405020304" pitchFamily="18" charset="0"/>
                <a:ea typeface="Calibri"/>
                <a:cs typeface="Times New Roman" panose="02020603050405020304" pitchFamily="18" charset="0"/>
                <a:sym typeface="Calibri"/>
              </a:rPr>
              <a:t>A data bus has many different features, but one of the most important feature is the </a:t>
            </a:r>
            <a:r>
              <a:rPr lang="en-GB" sz="2000" b="1" dirty="0">
                <a:solidFill>
                  <a:schemeClr val="dk1"/>
                </a:solidFill>
                <a:latin typeface="Times New Roman" panose="02020603050405020304" pitchFamily="18" charset="0"/>
                <a:ea typeface="Calibri"/>
                <a:cs typeface="Times New Roman" panose="02020603050405020304" pitchFamily="18" charset="0"/>
                <a:sym typeface="Calibri"/>
              </a:rPr>
              <a:t>bus width</a:t>
            </a:r>
            <a:r>
              <a:rPr lang="en-GB" sz="2000" dirty="0">
                <a:solidFill>
                  <a:schemeClr val="dk1"/>
                </a:solidFill>
                <a:latin typeface="Times New Roman" panose="02020603050405020304" pitchFamily="18" charset="0"/>
                <a:ea typeface="Calibri"/>
                <a:cs typeface="Times New Roman" panose="02020603050405020304" pitchFamily="18" charset="0"/>
                <a:sym typeface="Calibri"/>
              </a:rPr>
              <a:t>.</a:t>
            </a:r>
          </a:p>
          <a:p>
            <a:pPr marL="342900" marR="0" lvl="0" indent="-342900" algn="just" rtl="0">
              <a:spcBef>
                <a:spcPts val="0"/>
              </a:spcBef>
              <a:spcAft>
                <a:spcPts val="0"/>
              </a:spcAft>
              <a:buClr>
                <a:schemeClr val="dk1"/>
              </a:buClr>
              <a:buSzPts val="2200"/>
              <a:buFont typeface="Noto Sans Symbols"/>
              <a:buChar char="⮚"/>
            </a:pPr>
            <a:r>
              <a:rPr lang="en-GB" sz="2000" dirty="0">
                <a:solidFill>
                  <a:schemeClr val="dk1"/>
                </a:solidFill>
                <a:latin typeface="Times New Roman" panose="02020603050405020304" pitchFamily="18" charset="0"/>
                <a:ea typeface="Calibri"/>
                <a:cs typeface="Times New Roman" panose="02020603050405020304" pitchFamily="18" charset="0"/>
                <a:sym typeface="Calibri"/>
              </a:rPr>
              <a:t>Width of a data bus refers to the </a:t>
            </a:r>
            <a:r>
              <a:rPr lang="en-GB" sz="2000" b="1" dirty="0">
                <a:solidFill>
                  <a:schemeClr val="dk1"/>
                </a:solidFill>
                <a:latin typeface="Times New Roman" panose="02020603050405020304" pitchFamily="18" charset="0"/>
                <a:ea typeface="Calibri"/>
                <a:cs typeface="Times New Roman" panose="02020603050405020304" pitchFamily="18" charset="0"/>
                <a:sym typeface="Calibri"/>
              </a:rPr>
              <a:t>number of bits</a:t>
            </a:r>
            <a:r>
              <a:rPr lang="en-GB" sz="2000" dirty="0">
                <a:solidFill>
                  <a:schemeClr val="dk1"/>
                </a:solidFill>
                <a:latin typeface="Times New Roman" panose="02020603050405020304" pitchFamily="18" charset="0"/>
                <a:ea typeface="Calibri"/>
                <a:cs typeface="Times New Roman" panose="02020603050405020304" pitchFamily="18" charset="0"/>
                <a:sym typeface="Calibri"/>
              </a:rPr>
              <a:t> (wires) that the bus </a:t>
            </a:r>
            <a:r>
              <a:rPr lang="en-GB" sz="2000" b="1" dirty="0">
                <a:solidFill>
                  <a:schemeClr val="dk1"/>
                </a:solidFill>
                <a:latin typeface="Times New Roman" panose="02020603050405020304" pitchFamily="18" charset="0"/>
                <a:ea typeface="Calibri"/>
                <a:cs typeface="Times New Roman" panose="02020603050405020304" pitchFamily="18" charset="0"/>
                <a:sym typeface="Calibri"/>
              </a:rPr>
              <a:t>can carry at a time</a:t>
            </a:r>
            <a:r>
              <a:rPr lang="en-GB" sz="2000" dirty="0">
                <a:solidFill>
                  <a:schemeClr val="dk1"/>
                </a:solidFill>
                <a:latin typeface="Times New Roman" panose="02020603050405020304" pitchFamily="18" charset="0"/>
                <a:ea typeface="Calibri"/>
                <a:cs typeface="Times New Roman" panose="02020603050405020304" pitchFamily="18" charset="0"/>
                <a:sym typeface="Calibri"/>
              </a:rPr>
              <a:t>.</a:t>
            </a:r>
          </a:p>
          <a:p>
            <a:pPr marL="342900" marR="0" lvl="0" indent="-342900" algn="just" rtl="0">
              <a:spcBef>
                <a:spcPts val="0"/>
              </a:spcBef>
              <a:spcAft>
                <a:spcPts val="0"/>
              </a:spcAft>
              <a:buClr>
                <a:schemeClr val="dk1"/>
              </a:buClr>
              <a:buSzPts val="2200"/>
              <a:buFont typeface="Noto Sans Symbols"/>
              <a:buChar char="⮚"/>
            </a:pPr>
            <a:r>
              <a:rPr lang="en-GB" sz="2000" dirty="0">
                <a:solidFill>
                  <a:schemeClr val="dk1"/>
                </a:solidFill>
                <a:latin typeface="Times New Roman" panose="02020603050405020304" pitchFamily="18" charset="0"/>
                <a:ea typeface="Calibri"/>
                <a:cs typeface="Times New Roman" panose="02020603050405020304" pitchFamily="18" charset="0"/>
                <a:sym typeface="Calibri"/>
              </a:rPr>
              <a:t>The Common data bus widths include </a:t>
            </a:r>
            <a:r>
              <a:rPr lang="en-GB" sz="2000" b="1" dirty="0">
                <a:solidFill>
                  <a:schemeClr val="dk1"/>
                </a:solidFill>
                <a:latin typeface="Times New Roman" panose="02020603050405020304" pitchFamily="18" charset="0"/>
                <a:ea typeface="Calibri"/>
                <a:cs typeface="Times New Roman" panose="02020603050405020304" pitchFamily="18" charset="0"/>
                <a:sym typeface="Calibri"/>
              </a:rPr>
              <a:t>8 bit, 16 bit, 32 bit and 64 </a:t>
            </a:r>
            <a:r>
              <a:rPr lang="en-GB" sz="2000" dirty="0">
                <a:solidFill>
                  <a:schemeClr val="dk1"/>
                </a:solidFill>
                <a:latin typeface="Times New Roman" panose="02020603050405020304" pitchFamily="18" charset="0"/>
                <a:ea typeface="Calibri"/>
                <a:cs typeface="Times New Roman" panose="02020603050405020304" pitchFamily="18" charset="0"/>
                <a:sym typeface="Calibri"/>
              </a:rPr>
              <a:t>bit. </a:t>
            </a:r>
          </a:p>
          <a:p>
            <a:pPr marL="285750" indent="-285750" fontAlgn="base">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The </a:t>
            </a:r>
            <a:r>
              <a:rPr lang="en-US" sz="2000" b="1" dirty="0">
                <a:latin typeface="Times New Roman" panose="02020603050405020304" pitchFamily="18" charset="0"/>
                <a:cs typeface="Times New Roman" panose="02020603050405020304" pitchFamily="18" charset="0"/>
              </a:rPr>
              <a:t>data bus is bidirectional </a:t>
            </a:r>
            <a:r>
              <a:rPr lang="en-US" sz="2000" dirty="0">
                <a:latin typeface="Times New Roman" panose="02020603050405020304" pitchFamily="18" charset="0"/>
                <a:cs typeface="Times New Roman" panose="02020603050405020304" pitchFamily="18" charset="0"/>
              </a:rPr>
              <a:t>because the data can flow in either direction from CPU to memory(or input/output device) or from memory to the CPU.</a:t>
            </a:r>
          </a:p>
          <a:p>
            <a:pPr marL="285750" indent="-285750" fontAlgn="base">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The size (width) of bus determines how much data can be transmitted at one time.</a:t>
            </a:r>
          </a:p>
          <a:p>
            <a:pPr fontAlgn="base"/>
            <a:r>
              <a:rPr lang="en-US" sz="2000" b="1" dirty="0">
                <a:latin typeface="Times New Roman" panose="02020603050405020304" pitchFamily="18" charset="0"/>
                <a:cs typeface="Times New Roman" panose="02020603050405020304" pitchFamily="18" charset="0"/>
              </a:rPr>
              <a:t>Example:</a:t>
            </a:r>
            <a:endParaRPr lang="en-US" sz="2000" dirty="0">
              <a:latin typeface="Times New Roman" panose="02020603050405020304" pitchFamily="18" charset="0"/>
              <a:cs typeface="Times New Roman" panose="02020603050405020304" pitchFamily="18" charset="0"/>
            </a:endParaRPr>
          </a:p>
          <a:p>
            <a:pPr marL="285750" lvl="1" indent="-285750" fontAlgn="base">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A 16-bit bus can transmit 16 bits of data at a time.</a:t>
            </a:r>
          </a:p>
          <a:p>
            <a:pPr marL="285750" lvl="1" indent="-285750" fontAlgn="base">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A 32-bit bus can transmit 32 bits at a time.</a:t>
            </a:r>
          </a:p>
          <a:p>
            <a:pPr marL="342900" marR="0" lvl="0" indent="-342900" algn="just" rtl="0">
              <a:spcBef>
                <a:spcPts val="1200"/>
              </a:spcBef>
              <a:spcAft>
                <a:spcPts val="0"/>
              </a:spcAft>
              <a:buClr>
                <a:schemeClr val="dk1"/>
              </a:buClr>
              <a:buSzPts val="2200"/>
              <a:buFont typeface="Noto Sans Symbols"/>
              <a:buChar char="⮚"/>
            </a:pPr>
            <a:endParaRPr sz="2400" dirty="0">
              <a:solidFill>
                <a:schemeClr val="dk1"/>
              </a:solidFill>
              <a:latin typeface="Calibri"/>
              <a:ea typeface="Calibri"/>
              <a:cs typeface="Calibri"/>
              <a:sym typeface="Calibri"/>
            </a:endParaRPr>
          </a:p>
        </p:txBody>
      </p:sp>
      <p:sp>
        <p:nvSpPr>
          <p:cNvPr id="200" name="Google Shape;200;p21" descr="https://lh3.googleusercontent.com/notebooklm/ANHWnzKR08W1m6fwRBA4Pk_gX5xrJTrSqRF7JITdfgGKjP3iAI6vkmx1vZ4YpQkz20j4ThLZXHGT_GjoIIIfOSJcOW6896hK87IUtthYU1I8aacxQPU76u7qkQpbtefjBxRPbFMYu5UXRg=w638-h479-v0?authuser=1"/>
          <p:cNvSpPr/>
          <p:nvPr/>
        </p:nvSpPr>
        <p:spPr>
          <a:xfrm>
            <a:off x="0" y="0"/>
            <a:ext cx="304800" cy="3048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Shape 204"/>
        <p:cNvGrpSpPr/>
        <p:nvPr/>
      </p:nvGrpSpPr>
      <p:grpSpPr>
        <a:xfrm>
          <a:off x="0" y="0"/>
          <a:ext cx="0" cy="0"/>
          <a:chOff x="0" y="0"/>
          <a:chExt cx="0" cy="0"/>
        </a:xfrm>
      </p:grpSpPr>
      <p:sp>
        <p:nvSpPr>
          <p:cNvPr id="205" name="Google Shape;205;p22"/>
          <p:cNvSpPr txBox="1">
            <a:spLocks noGrp="1"/>
          </p:cNvSpPr>
          <p:nvPr>
            <p:ph type="title"/>
          </p:nvPr>
        </p:nvSpPr>
        <p:spPr>
          <a:xfrm>
            <a:off x="179831" y="155806"/>
            <a:ext cx="6220969" cy="505908"/>
          </a:xfrm>
          <a:prstGeom prst="rect">
            <a:avLst/>
          </a:prstGeom>
          <a:noFill/>
          <a:ln>
            <a:noFill/>
          </a:ln>
        </p:spPr>
        <p:txBody>
          <a:bodyPr spcFirstLastPara="1" wrap="square" lIns="0" tIns="13325" rIns="0" bIns="0" anchor="t" anchorCtr="0">
            <a:spAutoFit/>
          </a:bodyPr>
          <a:lstStyle/>
          <a:p>
            <a:pPr marL="12700" lvl="0" indent="0" algn="l" rtl="0">
              <a:spcBef>
                <a:spcPts val="0"/>
              </a:spcBef>
              <a:spcAft>
                <a:spcPts val="0"/>
              </a:spcAft>
              <a:buNone/>
            </a:pPr>
            <a:r>
              <a:rPr lang="en-GB" sz="3200">
                <a:latin typeface="Calibri"/>
                <a:ea typeface="Calibri"/>
                <a:cs typeface="Calibri"/>
                <a:sym typeface="Calibri"/>
              </a:rPr>
              <a:t>Computer Bus (Control Bus)</a:t>
            </a:r>
            <a:endParaRPr sz="3200">
              <a:latin typeface="Calibri"/>
              <a:ea typeface="Calibri"/>
              <a:cs typeface="Calibri"/>
              <a:sym typeface="Calibri"/>
            </a:endParaRPr>
          </a:p>
        </p:txBody>
      </p:sp>
      <p:sp>
        <p:nvSpPr>
          <p:cNvPr id="206" name="Google Shape;206;p22" descr="https://lh3.googleusercontent.com/notebooklm/ANHWnzKR08W1m6fwRBA4Pk_gX5xrJTrSqRF7JITdfgGKjP3iAI6vkmx1vZ4YpQkz20j4ThLZXHGT_GjoIIIfOSJcOW6896hK87IUtthYU1I8aacxQPU76u7qkQpbtefjBxRPbFMYu5UXRg=w638-h479-v0?authuser=1"/>
          <p:cNvSpPr/>
          <p:nvPr/>
        </p:nvSpPr>
        <p:spPr>
          <a:xfrm>
            <a:off x="0" y="0"/>
            <a:ext cx="304800" cy="3048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207" name="Google Shape;207;p22"/>
          <p:cNvSpPr/>
          <p:nvPr/>
        </p:nvSpPr>
        <p:spPr>
          <a:xfrm>
            <a:off x="419100" y="1181815"/>
            <a:ext cx="8305800" cy="4770496"/>
          </a:xfrm>
          <a:prstGeom prst="rect">
            <a:avLst/>
          </a:prstGeom>
          <a:noFill/>
          <a:ln>
            <a:noFill/>
          </a:ln>
        </p:spPr>
        <p:txBody>
          <a:bodyPr spcFirstLastPara="1" wrap="square" lIns="91425" tIns="45700" rIns="91425" bIns="45700" anchor="t" anchorCtr="0">
            <a:spAutoFit/>
          </a:bodyPr>
          <a:lstStyle/>
          <a:p>
            <a:pPr marL="342900" marR="0" lvl="0" indent="-342900" algn="just" rtl="0">
              <a:spcBef>
                <a:spcPts val="0"/>
              </a:spcBef>
              <a:spcAft>
                <a:spcPts val="0"/>
              </a:spcAft>
              <a:buClr>
                <a:schemeClr val="dk1"/>
              </a:buClr>
              <a:buSzPts val="2200"/>
              <a:buFont typeface="Wingdings" panose="05000000000000000000" pitchFamily="2" charset="2"/>
              <a:buChar char="Ø"/>
            </a:pPr>
            <a:r>
              <a:rPr lang="en-GB" sz="2000" dirty="0">
                <a:solidFill>
                  <a:schemeClr val="dk1"/>
                </a:solidFill>
                <a:latin typeface="Times New Roman" panose="02020603050405020304" pitchFamily="18" charset="0"/>
                <a:ea typeface="Calibri"/>
                <a:cs typeface="Times New Roman" panose="02020603050405020304" pitchFamily="18" charset="0"/>
                <a:sym typeface="Calibri"/>
              </a:rPr>
              <a:t>Control bus is used to </a:t>
            </a:r>
            <a:r>
              <a:rPr lang="en-GB" sz="2000" b="1" dirty="0">
                <a:solidFill>
                  <a:schemeClr val="dk1"/>
                </a:solidFill>
                <a:latin typeface="Times New Roman" panose="02020603050405020304" pitchFamily="18" charset="0"/>
                <a:ea typeface="Calibri"/>
                <a:cs typeface="Times New Roman" panose="02020603050405020304" pitchFamily="18" charset="0"/>
                <a:sym typeface="Calibri"/>
              </a:rPr>
              <a:t>transfer the control signals </a:t>
            </a:r>
            <a:r>
              <a:rPr lang="en-GB" sz="2000" dirty="0">
                <a:solidFill>
                  <a:schemeClr val="dk1"/>
                </a:solidFill>
                <a:latin typeface="Times New Roman" panose="02020603050405020304" pitchFamily="18" charset="0"/>
                <a:ea typeface="Calibri"/>
                <a:cs typeface="Times New Roman" panose="02020603050405020304" pitchFamily="18" charset="0"/>
                <a:sym typeface="Calibri"/>
              </a:rPr>
              <a:t>from one component to another component.</a:t>
            </a:r>
          </a:p>
          <a:p>
            <a:pPr marL="342900" marR="0" lvl="0" indent="-342900" algn="just" rtl="0">
              <a:spcBef>
                <a:spcPts val="0"/>
              </a:spcBef>
              <a:spcAft>
                <a:spcPts val="0"/>
              </a:spcAft>
              <a:buClr>
                <a:schemeClr val="dk1"/>
              </a:buClr>
              <a:buSzPts val="2200"/>
              <a:buFont typeface="Wingdings" panose="05000000000000000000" pitchFamily="2" charset="2"/>
              <a:buChar char="Ø"/>
            </a:pPr>
            <a:r>
              <a:rPr lang="en-GB" sz="2000" dirty="0">
                <a:solidFill>
                  <a:schemeClr val="dk1"/>
                </a:solidFill>
                <a:latin typeface="Times New Roman" panose="02020603050405020304" pitchFamily="18" charset="0"/>
                <a:ea typeface="Calibri"/>
                <a:cs typeface="Times New Roman" panose="02020603050405020304" pitchFamily="18" charset="0"/>
                <a:sym typeface="Calibri"/>
              </a:rPr>
              <a:t>Used by the CPU to </a:t>
            </a:r>
            <a:r>
              <a:rPr lang="en-GB" sz="2000" b="1" dirty="0">
                <a:solidFill>
                  <a:schemeClr val="dk1"/>
                </a:solidFill>
                <a:latin typeface="Times New Roman" panose="02020603050405020304" pitchFamily="18" charset="0"/>
                <a:ea typeface="Calibri"/>
                <a:cs typeface="Times New Roman" panose="02020603050405020304" pitchFamily="18" charset="0"/>
                <a:sym typeface="Calibri"/>
              </a:rPr>
              <a:t>communicate</a:t>
            </a:r>
            <a:r>
              <a:rPr lang="en-GB" sz="2000" dirty="0">
                <a:solidFill>
                  <a:schemeClr val="dk1"/>
                </a:solidFill>
                <a:latin typeface="Times New Roman" panose="02020603050405020304" pitchFamily="18" charset="0"/>
                <a:ea typeface="Calibri"/>
                <a:cs typeface="Times New Roman" panose="02020603050405020304" pitchFamily="18" charset="0"/>
                <a:sym typeface="Calibri"/>
              </a:rPr>
              <a:t> the devices that are connected to the computer system. </a:t>
            </a:r>
          </a:p>
          <a:p>
            <a:pPr marL="342900" marR="0" lvl="0" indent="-342900" algn="just" rtl="0">
              <a:spcBef>
                <a:spcPts val="0"/>
              </a:spcBef>
              <a:spcAft>
                <a:spcPts val="0"/>
              </a:spcAft>
              <a:buClr>
                <a:schemeClr val="dk1"/>
              </a:buClr>
              <a:buSzPts val="2200"/>
              <a:buFont typeface="Wingdings" panose="05000000000000000000" pitchFamily="2" charset="2"/>
              <a:buChar char="Ø"/>
            </a:pPr>
            <a:r>
              <a:rPr lang="en-GB" sz="2000" dirty="0">
                <a:solidFill>
                  <a:schemeClr val="dk1"/>
                </a:solidFill>
                <a:latin typeface="Times New Roman" panose="02020603050405020304" pitchFamily="18" charset="0"/>
                <a:ea typeface="Calibri"/>
                <a:cs typeface="Times New Roman" panose="02020603050405020304" pitchFamily="18" charset="0"/>
                <a:sym typeface="Calibri"/>
              </a:rPr>
              <a:t>These devices are connected with the help of cables and </a:t>
            </a:r>
            <a:r>
              <a:rPr lang="en-GB" sz="2000" b="1" dirty="0">
                <a:solidFill>
                  <a:schemeClr val="dk1"/>
                </a:solidFill>
                <a:latin typeface="Times New Roman" panose="02020603050405020304" pitchFamily="18" charset="0"/>
                <a:ea typeface="Calibri"/>
                <a:cs typeface="Times New Roman" panose="02020603050405020304" pitchFamily="18" charset="0"/>
                <a:sym typeface="Calibri"/>
              </a:rPr>
              <a:t>printed circuits board </a:t>
            </a:r>
            <a:r>
              <a:rPr lang="en-GB" sz="2000" dirty="0">
                <a:solidFill>
                  <a:schemeClr val="dk1"/>
                </a:solidFill>
                <a:latin typeface="Times New Roman" panose="02020603050405020304" pitchFamily="18" charset="0"/>
                <a:ea typeface="Calibri"/>
                <a:cs typeface="Times New Roman" panose="02020603050405020304" pitchFamily="18" charset="0"/>
                <a:sym typeface="Calibri"/>
              </a:rPr>
              <a:t>such </a:t>
            </a:r>
            <a:r>
              <a:rPr lang="en-GB" sz="2000" b="1" dirty="0">
                <a:solidFill>
                  <a:schemeClr val="dk1"/>
                </a:solidFill>
                <a:latin typeface="Times New Roman" panose="02020603050405020304" pitchFamily="18" charset="0"/>
                <a:ea typeface="Calibri"/>
                <a:cs typeface="Times New Roman" panose="02020603050405020304" pitchFamily="18" charset="0"/>
                <a:sym typeface="Calibri"/>
              </a:rPr>
              <a:t>motherboard</a:t>
            </a:r>
            <a:r>
              <a:rPr lang="en-GB" sz="2000" dirty="0">
                <a:solidFill>
                  <a:schemeClr val="dk1"/>
                </a:solidFill>
                <a:latin typeface="Times New Roman" panose="02020603050405020304" pitchFamily="18" charset="0"/>
                <a:ea typeface="Calibri"/>
                <a:cs typeface="Times New Roman" panose="02020603050405020304" pitchFamily="18" charset="0"/>
                <a:sym typeface="Calibri"/>
              </a:rPr>
              <a:t>.</a:t>
            </a:r>
          </a:p>
          <a:p>
            <a:pPr marL="342900" marR="0" lvl="0" indent="-342900" algn="just" rtl="0">
              <a:spcBef>
                <a:spcPts val="0"/>
              </a:spcBef>
              <a:spcAft>
                <a:spcPts val="0"/>
              </a:spcAft>
              <a:buClr>
                <a:schemeClr val="dk1"/>
              </a:buClr>
              <a:buSzPts val="2200"/>
              <a:buFont typeface="Wingdings" panose="05000000000000000000" pitchFamily="2" charset="2"/>
              <a:buChar char="Ø"/>
            </a:pPr>
            <a:r>
              <a:rPr lang="en-GB" sz="2000" dirty="0">
                <a:solidFill>
                  <a:schemeClr val="dk1"/>
                </a:solidFill>
                <a:latin typeface="Times New Roman" panose="02020603050405020304" pitchFamily="18" charset="0"/>
                <a:ea typeface="Calibri"/>
                <a:cs typeface="Times New Roman" panose="02020603050405020304" pitchFamily="18" charset="0"/>
                <a:sym typeface="Calibri"/>
              </a:rPr>
              <a:t>It is </a:t>
            </a:r>
            <a:r>
              <a:rPr lang="en-GB" sz="2000" b="1" dirty="0">
                <a:solidFill>
                  <a:schemeClr val="dk1"/>
                </a:solidFill>
                <a:latin typeface="Times New Roman" panose="02020603050405020304" pitchFamily="18" charset="0"/>
                <a:ea typeface="Calibri"/>
                <a:cs typeface="Times New Roman" panose="02020603050405020304" pitchFamily="18" charset="0"/>
                <a:sym typeface="Calibri"/>
              </a:rPr>
              <a:t>control bus </a:t>
            </a:r>
            <a:r>
              <a:rPr lang="en-GB" sz="2000" dirty="0">
                <a:solidFill>
                  <a:schemeClr val="dk1"/>
                </a:solidFill>
                <a:latin typeface="Times New Roman" panose="02020603050405020304" pitchFamily="18" charset="0"/>
                <a:ea typeface="Calibri"/>
                <a:cs typeface="Times New Roman" panose="02020603050405020304" pitchFamily="18" charset="0"/>
                <a:sym typeface="Calibri"/>
              </a:rPr>
              <a:t>assist the CPU in </a:t>
            </a:r>
            <a:r>
              <a:rPr lang="en-GB" sz="2000" b="1" dirty="0">
                <a:solidFill>
                  <a:schemeClr val="dk1"/>
                </a:solidFill>
                <a:latin typeface="Times New Roman" panose="02020603050405020304" pitchFamily="18" charset="0"/>
                <a:ea typeface="Calibri"/>
                <a:cs typeface="Times New Roman" panose="02020603050405020304" pitchFamily="18" charset="0"/>
                <a:sym typeface="Calibri"/>
              </a:rPr>
              <a:t>synchronizing the control signals</a:t>
            </a:r>
            <a:r>
              <a:rPr lang="en-GB" sz="2000" dirty="0">
                <a:solidFill>
                  <a:schemeClr val="dk1"/>
                </a:solidFill>
                <a:latin typeface="Times New Roman" panose="02020603050405020304" pitchFamily="18" charset="0"/>
                <a:ea typeface="Calibri"/>
                <a:cs typeface="Times New Roman" panose="02020603050405020304" pitchFamily="18" charset="0"/>
                <a:sym typeface="Calibri"/>
              </a:rPr>
              <a:t>.</a:t>
            </a:r>
          </a:p>
          <a:p>
            <a:pPr marL="285750" indent="-285750" fontAlgn="base">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The </a:t>
            </a:r>
            <a:r>
              <a:rPr lang="en-US" sz="2000" b="1" dirty="0">
                <a:latin typeface="Times New Roman" panose="02020603050405020304" pitchFamily="18" charset="0"/>
                <a:cs typeface="Times New Roman" panose="02020603050405020304" pitchFamily="18" charset="0"/>
              </a:rPr>
              <a:t>Control bus is bidirectional </a:t>
            </a:r>
            <a:r>
              <a:rPr lang="en-US" sz="2000" dirty="0">
                <a:latin typeface="Times New Roman" panose="02020603050405020304" pitchFamily="18" charset="0"/>
                <a:cs typeface="Times New Roman" panose="02020603050405020304" pitchFamily="18" charset="0"/>
              </a:rPr>
              <a:t>because the data can flow in either direction from CPU to memory(or input/output device) or from memory to the CPU.</a:t>
            </a:r>
          </a:p>
          <a:p>
            <a:pPr marL="285750" indent="-285750" fontAlgn="base">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it also transmits response signals from the hardware.</a:t>
            </a:r>
          </a:p>
          <a:p>
            <a:pPr fontAlgn="base"/>
            <a:r>
              <a:rPr lang="en-US" sz="2000" b="1" dirty="0">
                <a:latin typeface="Times New Roman" panose="02020603050405020304" pitchFamily="18" charset="0"/>
                <a:cs typeface="Times New Roman" panose="02020603050405020304" pitchFamily="18" charset="0"/>
              </a:rPr>
              <a:t>Example</a:t>
            </a:r>
          </a:p>
          <a:p>
            <a:pPr marL="285750" lvl="1" indent="-285750" fontAlgn="base">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This bus is used to indicate whether the CPU is reading from memory or writing to memory.</a:t>
            </a:r>
          </a:p>
          <a:p>
            <a:pPr marL="342900" marR="0" lvl="0" indent="-342900" algn="just" rtl="0">
              <a:spcBef>
                <a:spcPts val="1200"/>
              </a:spcBef>
              <a:spcAft>
                <a:spcPts val="0"/>
              </a:spcAft>
              <a:buClr>
                <a:schemeClr val="dk1"/>
              </a:buClr>
              <a:buSzPts val="2200"/>
              <a:buFont typeface="Noto Sans Symbols"/>
              <a:buChar char="⮚"/>
            </a:pPr>
            <a:endParaRPr sz="1600" dirty="0"/>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212" name="Google Shape;212;p23"/>
          <p:cNvSpPr txBox="1">
            <a:spLocks noGrp="1"/>
          </p:cNvSpPr>
          <p:nvPr>
            <p:ph type="title"/>
          </p:nvPr>
        </p:nvSpPr>
        <p:spPr>
          <a:xfrm>
            <a:off x="179831" y="155806"/>
            <a:ext cx="6220969" cy="505908"/>
          </a:xfrm>
          <a:prstGeom prst="rect">
            <a:avLst/>
          </a:prstGeom>
          <a:noFill/>
          <a:ln>
            <a:noFill/>
          </a:ln>
        </p:spPr>
        <p:txBody>
          <a:bodyPr spcFirstLastPara="1" wrap="square" lIns="0" tIns="13325" rIns="0" bIns="0" anchor="t" anchorCtr="0">
            <a:spAutoFit/>
          </a:bodyPr>
          <a:lstStyle/>
          <a:p>
            <a:pPr marL="12700" lvl="0" indent="0" algn="l" rtl="0">
              <a:spcBef>
                <a:spcPts val="0"/>
              </a:spcBef>
              <a:spcAft>
                <a:spcPts val="0"/>
              </a:spcAft>
              <a:buNone/>
            </a:pPr>
            <a:r>
              <a:rPr lang="en-GB" sz="3200">
                <a:latin typeface="Calibri"/>
                <a:ea typeface="Calibri"/>
                <a:cs typeface="Calibri"/>
                <a:sym typeface="Calibri"/>
              </a:rPr>
              <a:t>Computer Bus (Address Bus)</a:t>
            </a:r>
            <a:endParaRPr sz="3200">
              <a:latin typeface="Calibri"/>
              <a:ea typeface="Calibri"/>
              <a:cs typeface="Calibri"/>
              <a:sym typeface="Calibri"/>
            </a:endParaRPr>
          </a:p>
        </p:txBody>
      </p:sp>
      <p:sp>
        <p:nvSpPr>
          <p:cNvPr id="213" name="Google Shape;213;p23" descr="https://lh3.googleusercontent.com/notebooklm/ANHWnzKR08W1m6fwRBA4Pk_gX5xrJTrSqRF7JITdfgGKjP3iAI6vkmx1vZ4YpQkz20j4ThLZXHGT_GjoIIIfOSJcOW6896hK87IUtthYU1I8aacxQPU76u7qkQpbtefjBxRPbFMYu5UXRg=w638-h479-v0?authuser=1"/>
          <p:cNvSpPr/>
          <p:nvPr/>
        </p:nvSpPr>
        <p:spPr>
          <a:xfrm>
            <a:off x="0" y="0"/>
            <a:ext cx="304800" cy="3048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214" name="Google Shape;214;p23"/>
          <p:cNvSpPr/>
          <p:nvPr/>
        </p:nvSpPr>
        <p:spPr>
          <a:xfrm>
            <a:off x="419100" y="1254589"/>
            <a:ext cx="8305800" cy="5447605"/>
          </a:xfrm>
          <a:prstGeom prst="rect">
            <a:avLst/>
          </a:prstGeom>
          <a:noFill/>
          <a:ln>
            <a:noFill/>
          </a:ln>
        </p:spPr>
        <p:txBody>
          <a:bodyPr spcFirstLastPara="1" wrap="square" lIns="91425" tIns="45700" rIns="91425" bIns="45700" anchor="t" anchorCtr="0">
            <a:spAutoFit/>
          </a:bodyPr>
          <a:lstStyle/>
          <a:p>
            <a:pPr marL="342900" marR="0" lvl="0" indent="-342900" algn="just" rtl="0">
              <a:spcBef>
                <a:spcPts val="0"/>
              </a:spcBef>
              <a:spcAft>
                <a:spcPts val="0"/>
              </a:spcAft>
              <a:buClr>
                <a:schemeClr val="dk1"/>
              </a:buClr>
              <a:buSzPts val="2200"/>
              <a:buFont typeface="Noto Sans Symbols"/>
              <a:buChar char="⮚"/>
            </a:pPr>
            <a:r>
              <a:rPr lang="en-GB" sz="2000" dirty="0">
                <a:solidFill>
                  <a:schemeClr val="dk1"/>
                </a:solidFill>
                <a:latin typeface="Times New Roman" panose="02020603050405020304" pitchFamily="18" charset="0"/>
                <a:ea typeface="Calibri"/>
                <a:cs typeface="Times New Roman" panose="02020603050405020304" pitchFamily="18" charset="0"/>
                <a:sym typeface="Calibri"/>
              </a:rPr>
              <a:t>The computer program consists of several program instructions. </a:t>
            </a:r>
            <a:endParaRPr sz="2000" dirty="0">
              <a:solidFill>
                <a:schemeClr val="dk1"/>
              </a:solidFill>
              <a:latin typeface="Times New Roman" panose="02020603050405020304" pitchFamily="18" charset="0"/>
              <a:ea typeface="Calibri"/>
              <a:cs typeface="Times New Roman" panose="02020603050405020304" pitchFamily="18" charset="0"/>
              <a:sym typeface="Calibri"/>
            </a:endParaRPr>
          </a:p>
          <a:p>
            <a:pPr marL="342900" marR="0" lvl="0" indent="-342900" algn="just" rtl="0">
              <a:spcBef>
                <a:spcPts val="1200"/>
              </a:spcBef>
              <a:spcAft>
                <a:spcPts val="0"/>
              </a:spcAft>
              <a:buClr>
                <a:schemeClr val="dk1"/>
              </a:buClr>
              <a:buSzPts val="2200"/>
              <a:buFont typeface="Noto Sans Symbols"/>
              <a:buChar char="⮚"/>
            </a:pPr>
            <a:r>
              <a:rPr lang="en-GB" sz="2000" dirty="0">
                <a:solidFill>
                  <a:schemeClr val="dk1"/>
                </a:solidFill>
                <a:latin typeface="Times New Roman" panose="02020603050405020304" pitchFamily="18" charset="0"/>
                <a:ea typeface="Calibri"/>
                <a:cs typeface="Times New Roman" panose="02020603050405020304" pitchFamily="18" charset="0"/>
                <a:sym typeface="Calibri"/>
              </a:rPr>
              <a:t>These instructions direct the CPU to perform the desired operation.</a:t>
            </a:r>
            <a:endParaRPr sz="2000" dirty="0">
              <a:latin typeface="Times New Roman" panose="02020603050405020304" pitchFamily="18" charset="0"/>
              <a:cs typeface="Times New Roman" panose="02020603050405020304" pitchFamily="18" charset="0"/>
            </a:endParaRPr>
          </a:p>
          <a:p>
            <a:pPr marL="342900" marR="0" lvl="0" indent="-342900" algn="just" rtl="0">
              <a:spcBef>
                <a:spcPts val="1200"/>
              </a:spcBef>
              <a:spcAft>
                <a:spcPts val="0"/>
              </a:spcAft>
              <a:buClr>
                <a:schemeClr val="dk1"/>
              </a:buClr>
              <a:buSzPts val="2200"/>
              <a:buFont typeface="Noto Sans Symbols"/>
              <a:buChar char="⮚"/>
            </a:pPr>
            <a:r>
              <a:rPr lang="en-GB" sz="2000" dirty="0">
                <a:solidFill>
                  <a:schemeClr val="dk1"/>
                </a:solidFill>
                <a:latin typeface="Times New Roman" panose="02020603050405020304" pitchFamily="18" charset="0"/>
                <a:ea typeface="Calibri"/>
                <a:cs typeface="Times New Roman" panose="02020603050405020304" pitchFamily="18" charset="0"/>
                <a:sym typeface="Calibri"/>
              </a:rPr>
              <a:t>The CPU executes the program instructions one by one by fetching the program instructions from the main memory.</a:t>
            </a:r>
            <a:endParaRPr sz="2000" dirty="0">
              <a:latin typeface="Times New Roman" panose="02020603050405020304" pitchFamily="18" charset="0"/>
              <a:cs typeface="Times New Roman" panose="02020603050405020304" pitchFamily="18" charset="0"/>
            </a:endParaRPr>
          </a:p>
          <a:p>
            <a:pPr marL="342900" marR="0" lvl="0" indent="-342900" algn="just" rtl="0">
              <a:spcBef>
                <a:spcPts val="1200"/>
              </a:spcBef>
              <a:spcAft>
                <a:spcPts val="0"/>
              </a:spcAft>
              <a:buClr>
                <a:schemeClr val="dk1"/>
              </a:buClr>
              <a:buSzPts val="2200"/>
              <a:buFont typeface="Noto Sans Symbols"/>
              <a:buChar char="⮚"/>
            </a:pPr>
            <a:r>
              <a:rPr lang="en-GB" sz="2000" dirty="0">
                <a:solidFill>
                  <a:schemeClr val="dk1"/>
                </a:solidFill>
                <a:latin typeface="Times New Roman" panose="02020603050405020304" pitchFamily="18" charset="0"/>
                <a:ea typeface="Calibri"/>
                <a:cs typeface="Times New Roman" panose="02020603050405020304" pitchFamily="18" charset="0"/>
                <a:sym typeface="Calibri"/>
              </a:rPr>
              <a:t> To operate, the </a:t>
            </a:r>
            <a:r>
              <a:rPr lang="en-GB" sz="2000" dirty="0">
                <a:solidFill>
                  <a:schemeClr val="dk1"/>
                </a:solidFill>
                <a:highlight>
                  <a:srgbClr val="FFFF00"/>
                </a:highlight>
                <a:latin typeface="Times New Roman" panose="02020603050405020304" pitchFamily="18" charset="0"/>
                <a:ea typeface="Calibri"/>
                <a:cs typeface="Times New Roman" panose="02020603050405020304" pitchFamily="18" charset="0"/>
                <a:sym typeface="Calibri"/>
              </a:rPr>
              <a:t>CPU sends either a read or write control signal</a:t>
            </a:r>
            <a:r>
              <a:rPr lang="en-GB" sz="2000" dirty="0">
                <a:solidFill>
                  <a:schemeClr val="dk1"/>
                </a:solidFill>
                <a:latin typeface="Times New Roman" panose="02020603050405020304" pitchFamily="18" charset="0"/>
                <a:ea typeface="Calibri"/>
                <a:cs typeface="Times New Roman" panose="02020603050405020304" pitchFamily="18" charset="0"/>
                <a:sym typeface="Calibri"/>
              </a:rPr>
              <a:t> on the control bus and the </a:t>
            </a:r>
            <a:r>
              <a:rPr lang="en-GB" sz="2000" dirty="0">
                <a:solidFill>
                  <a:schemeClr val="dk1"/>
                </a:solidFill>
                <a:highlight>
                  <a:srgbClr val="FFFF00"/>
                </a:highlight>
                <a:latin typeface="Times New Roman" panose="02020603050405020304" pitchFamily="18" charset="0"/>
                <a:ea typeface="Calibri"/>
                <a:cs typeface="Times New Roman" panose="02020603050405020304" pitchFamily="18" charset="0"/>
                <a:sym typeface="Calibri"/>
              </a:rPr>
              <a:t>address of the memory location</a:t>
            </a:r>
            <a:r>
              <a:rPr lang="en-GB" sz="2000" dirty="0">
                <a:solidFill>
                  <a:schemeClr val="dk1"/>
                </a:solidFill>
                <a:latin typeface="Times New Roman" panose="02020603050405020304" pitchFamily="18" charset="0"/>
                <a:ea typeface="Calibri"/>
                <a:cs typeface="Times New Roman" panose="02020603050405020304" pitchFamily="18" charset="0"/>
                <a:sym typeface="Calibri"/>
              </a:rPr>
              <a:t> along the "Address Bus" from where the operation is to be performed.</a:t>
            </a:r>
          </a:p>
          <a:p>
            <a:pPr marL="285750" indent="-285750" fontAlgn="base">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The </a:t>
            </a:r>
            <a:r>
              <a:rPr lang="en-US" sz="2000" b="1" dirty="0">
                <a:latin typeface="Times New Roman" panose="02020603050405020304" pitchFamily="18" charset="0"/>
                <a:cs typeface="Times New Roman" panose="02020603050405020304" pitchFamily="18" charset="0"/>
              </a:rPr>
              <a:t>address bus is unidirectional</a:t>
            </a:r>
            <a:r>
              <a:rPr lang="en-US" sz="2000" dirty="0">
                <a:latin typeface="Times New Roman" panose="02020603050405020304" pitchFamily="18" charset="0"/>
                <a:cs typeface="Times New Roman" panose="02020603050405020304" pitchFamily="18" charset="0"/>
              </a:rPr>
              <a:t>.</a:t>
            </a:r>
          </a:p>
          <a:p>
            <a:pPr marL="285750" indent="-285750" fontAlgn="base">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The </a:t>
            </a:r>
            <a:r>
              <a:rPr lang="en-US" sz="2000" b="1" dirty="0">
                <a:latin typeface="Times New Roman" panose="02020603050405020304" pitchFamily="18" charset="0"/>
                <a:cs typeface="Times New Roman" panose="02020603050405020304" pitchFamily="18" charset="0"/>
              </a:rPr>
              <a:t>size of address bus determines how many unique memory locations can be addressed</a:t>
            </a:r>
            <a:r>
              <a:rPr lang="en-US" sz="2000" dirty="0">
                <a:latin typeface="Times New Roman" panose="02020603050405020304" pitchFamily="18" charset="0"/>
                <a:cs typeface="Times New Roman" panose="02020603050405020304" pitchFamily="18" charset="0"/>
              </a:rPr>
              <a:t>.</a:t>
            </a:r>
          </a:p>
          <a:p>
            <a:pPr fontAlgn="base"/>
            <a:r>
              <a:rPr lang="en-US" sz="2000" b="1" dirty="0">
                <a:latin typeface="Times New Roman" panose="02020603050405020304" pitchFamily="18" charset="0"/>
                <a:cs typeface="Times New Roman" panose="02020603050405020304" pitchFamily="18" charset="0"/>
              </a:rPr>
              <a:t>Example:</a:t>
            </a:r>
            <a:endParaRPr lang="en-US" sz="2000" dirty="0">
              <a:latin typeface="Times New Roman" panose="02020603050405020304" pitchFamily="18" charset="0"/>
              <a:cs typeface="Times New Roman" panose="02020603050405020304" pitchFamily="18" charset="0"/>
            </a:endParaRPr>
          </a:p>
          <a:p>
            <a:pPr lvl="1" fontAlgn="base"/>
            <a:r>
              <a:rPr lang="en-US" sz="2000" dirty="0">
                <a:latin typeface="Times New Roman" panose="02020603050405020304" pitchFamily="18" charset="0"/>
                <a:cs typeface="Times New Roman" panose="02020603050405020304" pitchFamily="18" charset="0"/>
              </a:rPr>
              <a:t>A system with 4-bit address bus can address 2</a:t>
            </a:r>
            <a:r>
              <a:rPr lang="en-US" sz="2000" baseline="30000" dirty="0">
                <a:latin typeface="Times New Roman" panose="02020603050405020304" pitchFamily="18" charset="0"/>
                <a:cs typeface="Times New Roman" panose="02020603050405020304" pitchFamily="18" charset="0"/>
              </a:rPr>
              <a:t>4</a:t>
            </a:r>
            <a:r>
              <a:rPr lang="en-US" sz="2000" dirty="0">
                <a:latin typeface="Times New Roman" panose="02020603050405020304" pitchFamily="18" charset="0"/>
                <a:cs typeface="Times New Roman" panose="02020603050405020304" pitchFamily="18" charset="0"/>
              </a:rPr>
              <a:t> = 16 Bytes of memory.</a:t>
            </a:r>
          </a:p>
          <a:p>
            <a:pPr lvl="1" fontAlgn="base"/>
            <a:r>
              <a:rPr lang="en-US" sz="2000" dirty="0">
                <a:latin typeface="Times New Roman" panose="02020603050405020304" pitchFamily="18" charset="0"/>
                <a:cs typeface="Times New Roman" panose="02020603050405020304" pitchFamily="18" charset="0"/>
              </a:rPr>
              <a:t>A system with 16-bit address bus can address 2</a:t>
            </a:r>
            <a:r>
              <a:rPr lang="en-US" sz="2000" baseline="30000" dirty="0">
                <a:latin typeface="Times New Roman" panose="02020603050405020304" pitchFamily="18" charset="0"/>
                <a:cs typeface="Times New Roman" panose="02020603050405020304" pitchFamily="18" charset="0"/>
              </a:rPr>
              <a:t>16</a:t>
            </a:r>
            <a:r>
              <a:rPr lang="en-US" sz="2000" dirty="0">
                <a:latin typeface="Times New Roman" panose="02020603050405020304" pitchFamily="18" charset="0"/>
                <a:cs typeface="Times New Roman" panose="02020603050405020304" pitchFamily="18" charset="0"/>
              </a:rPr>
              <a:t> = 64 KB of memory</a:t>
            </a:r>
          </a:p>
          <a:p>
            <a:pPr lvl="1" fontAlgn="base"/>
            <a:r>
              <a:rPr lang="en-US" sz="2000" dirty="0">
                <a:latin typeface="Times New Roman" panose="02020603050405020304" pitchFamily="18" charset="0"/>
                <a:cs typeface="Times New Roman" panose="02020603050405020304" pitchFamily="18" charset="0"/>
              </a:rPr>
              <a:t>A system with 20-bit address bus can address 2</a:t>
            </a:r>
            <a:r>
              <a:rPr lang="en-US" sz="2000" baseline="30000" dirty="0">
                <a:latin typeface="Times New Roman" panose="02020603050405020304" pitchFamily="18" charset="0"/>
                <a:cs typeface="Times New Roman" panose="02020603050405020304" pitchFamily="18" charset="0"/>
              </a:rPr>
              <a:t>20</a:t>
            </a:r>
            <a:r>
              <a:rPr lang="en-US" sz="2000" dirty="0">
                <a:latin typeface="Times New Roman" panose="02020603050405020304" pitchFamily="18" charset="0"/>
                <a:cs typeface="Times New Roman" panose="02020603050405020304" pitchFamily="18" charset="0"/>
              </a:rPr>
              <a:t> = 1 MB of memory.</a:t>
            </a:r>
          </a:p>
          <a:p>
            <a:pPr marL="342900" marR="0" lvl="0" indent="-342900" algn="just" rtl="0">
              <a:spcBef>
                <a:spcPts val="1200"/>
              </a:spcBef>
              <a:spcAft>
                <a:spcPts val="0"/>
              </a:spcAft>
              <a:buClr>
                <a:schemeClr val="dk1"/>
              </a:buClr>
              <a:buSzPts val="2200"/>
              <a:buFont typeface="Noto Sans Symbols"/>
              <a:buChar char="⮚"/>
            </a:pPr>
            <a:endParaRPr sz="2800" dirty="0">
              <a:solidFill>
                <a:schemeClr val="dk1"/>
              </a:solidFill>
              <a:latin typeface="Calibri"/>
              <a:ea typeface="Calibri"/>
              <a:cs typeface="Calibri"/>
              <a:sym typeface="Calibri"/>
            </a:endParaRPr>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BBB9EE0B-DEC8-F9AF-14B6-FF66470DEDDB}"/>
              </a:ext>
            </a:extLst>
          </p:cNvPr>
          <p:cNvPicPr>
            <a:picLocks noChangeAspect="1"/>
          </p:cNvPicPr>
          <p:nvPr/>
        </p:nvPicPr>
        <p:blipFill>
          <a:blip r:embed="rId2"/>
          <a:stretch>
            <a:fillRect/>
          </a:stretch>
        </p:blipFill>
        <p:spPr>
          <a:xfrm>
            <a:off x="185125" y="1715784"/>
            <a:ext cx="8773749" cy="2937349"/>
          </a:xfrm>
          <a:prstGeom prst="rect">
            <a:avLst/>
          </a:prstGeom>
        </p:spPr>
      </p:pic>
    </p:spTree>
    <p:extLst>
      <p:ext uri="{BB962C8B-B14F-4D97-AF65-F5344CB8AC3E}">
        <p14:creationId xmlns:p14="http://schemas.microsoft.com/office/powerpoint/2010/main" val="3993249840"/>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A428DBD0-ED6B-168F-744F-9C3F479A7FF8}"/>
              </a:ext>
            </a:extLst>
          </p:cNvPr>
          <p:cNvSpPr txBox="1"/>
          <p:nvPr/>
        </p:nvSpPr>
        <p:spPr>
          <a:xfrm>
            <a:off x="594360" y="968117"/>
            <a:ext cx="6233160" cy="5632311"/>
          </a:xfrm>
          <a:prstGeom prst="rect">
            <a:avLst/>
          </a:prstGeom>
          <a:noFill/>
        </p:spPr>
        <p:txBody>
          <a:bodyPr wrap="square">
            <a:spAutoFit/>
          </a:bodyPr>
          <a:lstStyle/>
          <a:p>
            <a:pPr>
              <a:buNone/>
            </a:pPr>
            <a:r>
              <a:rPr lang="en-IN" sz="1200" b="1" dirty="0"/>
              <a:t>1.</a:t>
            </a:r>
            <a:r>
              <a:rPr lang="en-IN" sz="1200" dirty="0"/>
              <a:t> Which of the following is a characteristic of a computer?</a:t>
            </a:r>
            <a:br>
              <a:rPr lang="en-IN" sz="1200" dirty="0"/>
            </a:br>
            <a:r>
              <a:rPr lang="en-IN" sz="1200" dirty="0"/>
              <a:t>A. Slow processing</a:t>
            </a:r>
            <a:br>
              <a:rPr lang="en-IN" sz="1200" dirty="0"/>
            </a:br>
            <a:r>
              <a:rPr lang="en-IN" sz="1200" dirty="0"/>
              <a:t>B. High accuracy</a:t>
            </a:r>
            <a:br>
              <a:rPr lang="en-IN" sz="1200" dirty="0"/>
            </a:br>
            <a:r>
              <a:rPr lang="en-IN" sz="1200" dirty="0"/>
              <a:t>C. Limited storage</a:t>
            </a:r>
            <a:br>
              <a:rPr lang="en-IN" sz="1200" dirty="0"/>
            </a:br>
            <a:r>
              <a:rPr lang="en-IN" sz="1200" dirty="0"/>
              <a:t>D. Emotional intelligence</a:t>
            </a:r>
            <a:br>
              <a:rPr lang="en-IN" sz="1200" dirty="0"/>
            </a:br>
            <a:r>
              <a:rPr lang="en-IN" sz="1200" b="1" dirty="0"/>
              <a:t>Answer: B</a:t>
            </a:r>
            <a:endParaRPr lang="en-IN" sz="1200" dirty="0"/>
          </a:p>
          <a:p>
            <a:pPr>
              <a:buNone/>
            </a:pPr>
            <a:r>
              <a:rPr lang="en-IN" sz="1200" b="1" dirty="0"/>
              <a:t>2.</a:t>
            </a:r>
            <a:r>
              <a:rPr lang="en-IN" sz="1200" dirty="0"/>
              <a:t> Which computer application is commonly used in education?</a:t>
            </a:r>
            <a:br>
              <a:rPr lang="en-IN" sz="1200" dirty="0"/>
            </a:br>
            <a:r>
              <a:rPr lang="en-IN" sz="1200" dirty="0"/>
              <a:t>A. Online learning</a:t>
            </a:r>
            <a:br>
              <a:rPr lang="en-IN" sz="1200" dirty="0"/>
            </a:br>
            <a:r>
              <a:rPr lang="en-IN" sz="1200" dirty="0"/>
              <a:t>B. ATM withdrawal</a:t>
            </a:r>
            <a:br>
              <a:rPr lang="en-IN" sz="1200" dirty="0"/>
            </a:br>
            <a:r>
              <a:rPr lang="en-IN" sz="1200" dirty="0"/>
              <a:t>C. X-ray scanning</a:t>
            </a:r>
            <a:br>
              <a:rPr lang="en-IN" sz="1200" dirty="0"/>
            </a:br>
            <a:r>
              <a:rPr lang="en-IN" sz="1200" dirty="0"/>
              <a:t>D. CAD designing</a:t>
            </a:r>
            <a:br>
              <a:rPr lang="en-IN" sz="1200" dirty="0"/>
            </a:br>
            <a:r>
              <a:rPr lang="en-IN" sz="1200" b="1" dirty="0"/>
              <a:t>Answer: A</a:t>
            </a:r>
            <a:endParaRPr lang="en-IN" sz="1200" dirty="0"/>
          </a:p>
          <a:p>
            <a:pPr>
              <a:buNone/>
            </a:pPr>
            <a:r>
              <a:rPr lang="en-IN" sz="1200" b="1" dirty="0"/>
              <a:t>3.</a:t>
            </a:r>
            <a:r>
              <a:rPr lang="en-IN" sz="1200" dirty="0"/>
              <a:t> Which technology is commonly used in healthcare?</a:t>
            </a:r>
            <a:br>
              <a:rPr lang="en-IN" sz="1200" dirty="0"/>
            </a:br>
            <a:r>
              <a:rPr lang="en-IN" sz="1200" dirty="0"/>
              <a:t>A. Medical imaging</a:t>
            </a:r>
            <a:br>
              <a:rPr lang="en-IN" sz="1200" dirty="0"/>
            </a:br>
            <a:r>
              <a:rPr lang="en-IN" sz="1200" dirty="0"/>
              <a:t>B. Word processing</a:t>
            </a:r>
            <a:br>
              <a:rPr lang="en-IN" sz="1200" dirty="0"/>
            </a:br>
            <a:r>
              <a:rPr lang="en-IN" sz="1200" dirty="0"/>
              <a:t>C. Spreadsheet formatting</a:t>
            </a:r>
            <a:br>
              <a:rPr lang="en-IN" sz="1200" dirty="0"/>
            </a:br>
            <a:r>
              <a:rPr lang="en-IN" sz="1200" dirty="0"/>
              <a:t>D. File compression</a:t>
            </a:r>
            <a:br>
              <a:rPr lang="en-IN" sz="1200" dirty="0"/>
            </a:br>
            <a:r>
              <a:rPr lang="en-IN" sz="1200" b="1" dirty="0"/>
              <a:t>Answer: A</a:t>
            </a:r>
            <a:endParaRPr lang="en-IN" sz="1200" dirty="0"/>
          </a:p>
          <a:p>
            <a:pPr>
              <a:buNone/>
            </a:pPr>
            <a:r>
              <a:rPr lang="en-IN" sz="1200" b="1" dirty="0"/>
              <a:t>4.</a:t>
            </a:r>
            <a:r>
              <a:rPr lang="en-IN" sz="1200" dirty="0"/>
              <a:t> The first generation of computers primarily used:</a:t>
            </a:r>
            <a:br>
              <a:rPr lang="en-IN" sz="1200" dirty="0"/>
            </a:br>
            <a:r>
              <a:rPr lang="en-IN" sz="1200" dirty="0"/>
              <a:t>A. Transistors</a:t>
            </a:r>
            <a:br>
              <a:rPr lang="en-IN" sz="1200" dirty="0"/>
            </a:br>
            <a:r>
              <a:rPr lang="en-IN" sz="1200" dirty="0"/>
              <a:t>B. Integrated Circuits</a:t>
            </a:r>
            <a:br>
              <a:rPr lang="en-IN" sz="1200" dirty="0"/>
            </a:br>
            <a:r>
              <a:rPr lang="en-IN" sz="1200" dirty="0"/>
              <a:t>C. Vacuum tubes</a:t>
            </a:r>
            <a:br>
              <a:rPr lang="en-IN" sz="1200" dirty="0"/>
            </a:br>
            <a:r>
              <a:rPr lang="en-IN" sz="1200" dirty="0"/>
              <a:t>D. Microprocessors</a:t>
            </a:r>
            <a:br>
              <a:rPr lang="en-IN" sz="1200" dirty="0"/>
            </a:br>
            <a:r>
              <a:rPr lang="en-IN" sz="1200" b="1" dirty="0"/>
              <a:t>Answer: C</a:t>
            </a:r>
            <a:endParaRPr lang="en-IN" sz="1200" dirty="0"/>
          </a:p>
          <a:p>
            <a:pPr>
              <a:buNone/>
            </a:pPr>
            <a:r>
              <a:rPr lang="en-IN" sz="1200" b="1" dirty="0"/>
              <a:t>5.</a:t>
            </a:r>
            <a:r>
              <a:rPr lang="en-IN" sz="1200" dirty="0"/>
              <a:t> The second generation of computers used:</a:t>
            </a:r>
            <a:br>
              <a:rPr lang="en-IN" sz="1200" dirty="0"/>
            </a:br>
            <a:r>
              <a:rPr lang="en-IN" sz="1200" dirty="0"/>
              <a:t>A. Vacuum tubes</a:t>
            </a:r>
            <a:br>
              <a:rPr lang="en-IN" sz="1200" dirty="0"/>
            </a:br>
            <a:r>
              <a:rPr lang="en-IN" sz="1200" dirty="0"/>
              <a:t>B. Transistors</a:t>
            </a:r>
            <a:br>
              <a:rPr lang="en-IN" sz="1200" dirty="0"/>
            </a:br>
            <a:r>
              <a:rPr lang="en-IN" sz="1200" dirty="0"/>
              <a:t>C. Microprocessors</a:t>
            </a:r>
            <a:br>
              <a:rPr lang="en-IN" sz="1200" dirty="0"/>
            </a:br>
            <a:r>
              <a:rPr lang="en-IN" sz="1200" dirty="0"/>
              <a:t>D. Artificial intelligence</a:t>
            </a:r>
            <a:br>
              <a:rPr lang="en-IN" sz="1200" dirty="0"/>
            </a:br>
            <a:r>
              <a:rPr lang="en-IN" sz="1200" b="1" dirty="0"/>
              <a:t>Answer: B</a:t>
            </a:r>
            <a:endParaRPr lang="en-IN" sz="1200" dirty="0"/>
          </a:p>
        </p:txBody>
      </p:sp>
      <p:sp>
        <p:nvSpPr>
          <p:cNvPr id="5" name="TextBox 4">
            <a:extLst>
              <a:ext uri="{FF2B5EF4-FFF2-40B4-BE49-F238E27FC236}">
                <a16:creationId xmlns:a16="http://schemas.microsoft.com/office/drawing/2014/main" id="{425FE4DE-29C7-5A6B-103E-1376896B193A}"/>
              </a:ext>
            </a:extLst>
          </p:cNvPr>
          <p:cNvSpPr txBox="1"/>
          <p:nvPr/>
        </p:nvSpPr>
        <p:spPr>
          <a:xfrm>
            <a:off x="673100" y="369332"/>
            <a:ext cx="4617720" cy="276999"/>
          </a:xfrm>
          <a:prstGeom prst="rect">
            <a:avLst/>
          </a:prstGeom>
          <a:noFill/>
        </p:spPr>
        <p:txBody>
          <a:bodyPr wrap="square">
            <a:spAutoFit/>
          </a:bodyPr>
          <a:lstStyle/>
          <a:p>
            <a:pPr>
              <a:buNone/>
            </a:pPr>
            <a:r>
              <a:rPr lang="en-IN" sz="1200" b="1" dirty="0"/>
              <a:t>Section A — 1-Mark MCQs</a:t>
            </a:r>
          </a:p>
        </p:txBody>
      </p:sp>
    </p:spTree>
    <p:extLst>
      <p:ext uri="{BB962C8B-B14F-4D97-AF65-F5344CB8AC3E}">
        <p14:creationId xmlns:p14="http://schemas.microsoft.com/office/powerpoint/2010/main" val="1523470845"/>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952ED05C-22F9-E991-4827-55561E21B40A}"/>
              </a:ext>
            </a:extLst>
          </p:cNvPr>
          <p:cNvSpPr txBox="1"/>
          <p:nvPr/>
        </p:nvSpPr>
        <p:spPr>
          <a:xfrm>
            <a:off x="345440" y="929333"/>
            <a:ext cx="6553200" cy="5632311"/>
          </a:xfrm>
          <a:prstGeom prst="rect">
            <a:avLst/>
          </a:prstGeom>
          <a:noFill/>
        </p:spPr>
        <p:txBody>
          <a:bodyPr wrap="square">
            <a:spAutoFit/>
          </a:bodyPr>
          <a:lstStyle/>
          <a:p>
            <a:pPr>
              <a:buNone/>
            </a:pPr>
            <a:r>
              <a:rPr lang="en-IN" sz="1200" b="1" dirty="0"/>
              <a:t>6.</a:t>
            </a:r>
            <a:r>
              <a:rPr lang="en-IN" sz="1200" dirty="0"/>
              <a:t> Integrated Circuits were primarily associated with which generation?</a:t>
            </a:r>
            <a:br>
              <a:rPr lang="en-IN" sz="1200" dirty="0"/>
            </a:br>
            <a:r>
              <a:rPr lang="en-IN" sz="1200" dirty="0"/>
              <a:t>A. First</a:t>
            </a:r>
            <a:br>
              <a:rPr lang="en-IN" sz="1200" dirty="0"/>
            </a:br>
            <a:r>
              <a:rPr lang="en-IN" sz="1200" dirty="0"/>
              <a:t>B. Second</a:t>
            </a:r>
            <a:br>
              <a:rPr lang="en-IN" sz="1200" dirty="0"/>
            </a:br>
            <a:r>
              <a:rPr lang="en-IN" sz="1200" dirty="0"/>
              <a:t>C. Third</a:t>
            </a:r>
            <a:br>
              <a:rPr lang="en-IN" sz="1200" dirty="0"/>
            </a:br>
            <a:r>
              <a:rPr lang="en-IN" sz="1200" dirty="0"/>
              <a:t>D. Fifth</a:t>
            </a:r>
            <a:br>
              <a:rPr lang="en-IN" sz="1200" dirty="0"/>
            </a:br>
            <a:r>
              <a:rPr lang="en-IN" sz="1200" b="1" dirty="0"/>
              <a:t>Answer: C</a:t>
            </a:r>
            <a:endParaRPr lang="en-IN" sz="1200" dirty="0"/>
          </a:p>
          <a:p>
            <a:pPr>
              <a:buNone/>
            </a:pPr>
            <a:r>
              <a:rPr lang="en-IN" sz="1200" b="1" dirty="0"/>
              <a:t>7.</a:t>
            </a:r>
            <a:r>
              <a:rPr lang="en-IN" sz="1200" dirty="0"/>
              <a:t> The fourth generation of computers is characterized by:</a:t>
            </a:r>
            <a:br>
              <a:rPr lang="en-IN" sz="1200" dirty="0"/>
            </a:br>
            <a:r>
              <a:rPr lang="en-IN" sz="1200" dirty="0"/>
              <a:t>A. Vacuum tubes</a:t>
            </a:r>
            <a:br>
              <a:rPr lang="en-IN" sz="1200" dirty="0"/>
            </a:br>
            <a:r>
              <a:rPr lang="en-IN" sz="1200" dirty="0"/>
              <a:t>B. Transistors</a:t>
            </a:r>
            <a:br>
              <a:rPr lang="en-IN" sz="1200" dirty="0"/>
            </a:br>
            <a:r>
              <a:rPr lang="en-IN" sz="1200" dirty="0"/>
              <a:t>C. Microprocessors</a:t>
            </a:r>
            <a:br>
              <a:rPr lang="en-IN" sz="1200" dirty="0"/>
            </a:br>
            <a:r>
              <a:rPr lang="en-IN" sz="1200" dirty="0"/>
              <a:t>D. Magnetic drums</a:t>
            </a:r>
            <a:br>
              <a:rPr lang="en-IN" sz="1200" dirty="0"/>
            </a:br>
            <a:r>
              <a:rPr lang="en-IN" sz="1200" b="1" dirty="0"/>
              <a:t>Answer: C</a:t>
            </a:r>
            <a:endParaRPr lang="en-IN" sz="1200" dirty="0"/>
          </a:p>
          <a:p>
            <a:pPr>
              <a:buNone/>
            </a:pPr>
            <a:r>
              <a:rPr lang="en-IN" sz="1200" b="1" dirty="0"/>
              <a:t>8.</a:t>
            </a:r>
            <a:r>
              <a:rPr lang="en-IN" sz="1200" dirty="0"/>
              <a:t> The fifth generation is mainly associated with:</a:t>
            </a:r>
            <a:br>
              <a:rPr lang="en-IN" sz="1200" dirty="0"/>
            </a:br>
            <a:r>
              <a:rPr lang="en-IN" sz="1200" dirty="0"/>
              <a:t>A. Artificial Intelligence</a:t>
            </a:r>
            <a:br>
              <a:rPr lang="en-IN" sz="1200" dirty="0"/>
            </a:br>
            <a:r>
              <a:rPr lang="en-IN" sz="1200" dirty="0"/>
              <a:t>B. Vacuum tubes</a:t>
            </a:r>
            <a:br>
              <a:rPr lang="en-IN" sz="1200" dirty="0"/>
            </a:br>
            <a:r>
              <a:rPr lang="en-IN" sz="1200" dirty="0"/>
              <a:t>C. Punch cards</a:t>
            </a:r>
            <a:br>
              <a:rPr lang="en-IN" sz="1200" dirty="0"/>
            </a:br>
            <a:r>
              <a:rPr lang="en-IN" sz="1200" dirty="0"/>
              <a:t>D. Magnetic drums</a:t>
            </a:r>
            <a:br>
              <a:rPr lang="en-IN" sz="1200" dirty="0"/>
            </a:br>
            <a:r>
              <a:rPr lang="en-IN" sz="1200" b="1" dirty="0"/>
              <a:t>Answer: A</a:t>
            </a:r>
            <a:endParaRPr lang="en-IN" sz="1200" dirty="0"/>
          </a:p>
          <a:p>
            <a:pPr>
              <a:buNone/>
            </a:pPr>
            <a:r>
              <a:rPr lang="en-IN" sz="1200" b="1" dirty="0"/>
              <a:t>9.</a:t>
            </a:r>
            <a:r>
              <a:rPr lang="en-IN" sz="1200" dirty="0"/>
              <a:t> Which unit is responsible for performing arithmetic and logical operations?</a:t>
            </a:r>
            <a:br>
              <a:rPr lang="en-IN" sz="1200" dirty="0"/>
            </a:br>
            <a:r>
              <a:rPr lang="en-IN" sz="1200" dirty="0"/>
              <a:t>A. Control Unit</a:t>
            </a:r>
            <a:br>
              <a:rPr lang="en-IN" sz="1200" dirty="0"/>
            </a:br>
            <a:r>
              <a:rPr lang="en-IN" sz="1200" dirty="0"/>
              <a:t>B. ALU</a:t>
            </a:r>
            <a:br>
              <a:rPr lang="en-IN" sz="1200" dirty="0"/>
            </a:br>
            <a:r>
              <a:rPr lang="en-IN" sz="1200" dirty="0"/>
              <a:t>C. Input Unit</a:t>
            </a:r>
            <a:br>
              <a:rPr lang="en-IN" sz="1200" dirty="0"/>
            </a:br>
            <a:r>
              <a:rPr lang="en-IN" sz="1200" dirty="0"/>
              <a:t>D. Output Unit</a:t>
            </a:r>
            <a:br>
              <a:rPr lang="en-IN" sz="1200" dirty="0"/>
            </a:br>
            <a:r>
              <a:rPr lang="en-IN" sz="1200" b="1" dirty="0"/>
              <a:t>Answer: B</a:t>
            </a:r>
            <a:endParaRPr lang="en-IN" sz="1200" dirty="0"/>
          </a:p>
          <a:p>
            <a:pPr>
              <a:buNone/>
            </a:pPr>
            <a:r>
              <a:rPr lang="en-IN" sz="1200" b="1" dirty="0"/>
              <a:t>10.</a:t>
            </a:r>
            <a:r>
              <a:rPr lang="en-IN" sz="1200" dirty="0"/>
              <a:t> Which unit controls and coordinates all operations of a computer?</a:t>
            </a:r>
            <a:br>
              <a:rPr lang="en-IN" sz="1200" dirty="0"/>
            </a:br>
            <a:r>
              <a:rPr lang="en-IN" sz="1200" dirty="0"/>
              <a:t>A. ALU</a:t>
            </a:r>
            <a:br>
              <a:rPr lang="en-IN" sz="1200" dirty="0"/>
            </a:br>
            <a:r>
              <a:rPr lang="en-IN" sz="1200" dirty="0"/>
              <a:t>B. Memory Unit</a:t>
            </a:r>
            <a:br>
              <a:rPr lang="en-IN" sz="1200" dirty="0"/>
            </a:br>
            <a:r>
              <a:rPr lang="en-IN" sz="1200" dirty="0"/>
              <a:t>C. Control Unit</a:t>
            </a:r>
            <a:br>
              <a:rPr lang="en-IN" sz="1200" dirty="0"/>
            </a:br>
            <a:r>
              <a:rPr lang="en-IN" sz="1200" dirty="0"/>
              <a:t>D. Output Unit</a:t>
            </a:r>
            <a:br>
              <a:rPr lang="en-IN" sz="1200" dirty="0"/>
            </a:br>
            <a:r>
              <a:rPr lang="en-IN" sz="1200" b="1" dirty="0"/>
              <a:t>Answer: C</a:t>
            </a:r>
            <a:endParaRPr lang="en-IN" sz="1200" dirty="0"/>
          </a:p>
        </p:txBody>
      </p:sp>
    </p:spTree>
    <p:extLst>
      <p:ext uri="{BB962C8B-B14F-4D97-AF65-F5344CB8AC3E}">
        <p14:creationId xmlns:p14="http://schemas.microsoft.com/office/powerpoint/2010/main" val="539706011"/>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08CFE760-BE1B-7B7D-8CB2-FD2AB8D056C2}"/>
              </a:ext>
            </a:extLst>
          </p:cNvPr>
          <p:cNvSpPr txBox="1"/>
          <p:nvPr/>
        </p:nvSpPr>
        <p:spPr>
          <a:xfrm>
            <a:off x="731520" y="288072"/>
            <a:ext cx="4572000" cy="307777"/>
          </a:xfrm>
          <a:prstGeom prst="rect">
            <a:avLst/>
          </a:prstGeom>
          <a:noFill/>
        </p:spPr>
        <p:txBody>
          <a:bodyPr wrap="square">
            <a:spAutoFit/>
          </a:bodyPr>
          <a:lstStyle/>
          <a:p>
            <a:pPr>
              <a:buNone/>
            </a:pPr>
            <a:r>
              <a:rPr lang="en-IN" b="1" dirty="0"/>
              <a:t>Section B — 5-Mark MCQs</a:t>
            </a:r>
          </a:p>
        </p:txBody>
      </p:sp>
      <p:sp>
        <p:nvSpPr>
          <p:cNvPr id="5" name="TextBox 4">
            <a:extLst>
              <a:ext uri="{FF2B5EF4-FFF2-40B4-BE49-F238E27FC236}">
                <a16:creationId xmlns:a16="http://schemas.microsoft.com/office/drawing/2014/main" id="{54435AA7-AC8B-99A5-7CFE-E65D80F5010A}"/>
              </a:ext>
            </a:extLst>
          </p:cNvPr>
          <p:cNvSpPr txBox="1"/>
          <p:nvPr/>
        </p:nvSpPr>
        <p:spPr>
          <a:xfrm>
            <a:off x="304800" y="989112"/>
            <a:ext cx="8544560" cy="5678478"/>
          </a:xfrm>
          <a:prstGeom prst="rect">
            <a:avLst/>
          </a:prstGeom>
          <a:noFill/>
        </p:spPr>
        <p:txBody>
          <a:bodyPr wrap="square">
            <a:spAutoFit/>
          </a:bodyPr>
          <a:lstStyle/>
          <a:p>
            <a:pPr>
              <a:buNone/>
            </a:pPr>
            <a:r>
              <a:rPr lang="en-IN" sz="1100" b="1" dirty="0"/>
              <a:t>Scenario 1: Online Education</a:t>
            </a:r>
          </a:p>
          <a:p>
            <a:pPr>
              <a:buNone/>
            </a:pPr>
            <a:r>
              <a:rPr lang="en-IN" sz="1100" dirty="0"/>
              <a:t>A college conducts online classes using computers. Students use a keyboard and webcam to provide information, the CPU processes instructions, memory stores data temporarily, and the monitor displays the result.</a:t>
            </a:r>
          </a:p>
          <a:p>
            <a:pPr>
              <a:buNone/>
            </a:pPr>
            <a:r>
              <a:rPr lang="en-IN" sz="1100" b="1" dirty="0"/>
              <a:t>1.</a:t>
            </a:r>
            <a:r>
              <a:rPr lang="en-IN" sz="1100" dirty="0"/>
              <a:t> Which functional unit receives information from the keyboard and webcam?</a:t>
            </a:r>
            <a:br>
              <a:rPr lang="en-IN" sz="1100" dirty="0"/>
            </a:br>
            <a:r>
              <a:rPr lang="en-IN" sz="1100" dirty="0"/>
              <a:t>A. Output Unit</a:t>
            </a:r>
            <a:br>
              <a:rPr lang="en-IN" sz="1100" dirty="0"/>
            </a:br>
            <a:r>
              <a:rPr lang="en-IN" sz="1100" dirty="0"/>
              <a:t>B. Input Unit</a:t>
            </a:r>
            <a:br>
              <a:rPr lang="en-IN" sz="1100" dirty="0"/>
            </a:br>
            <a:r>
              <a:rPr lang="en-IN" sz="1100" dirty="0"/>
              <a:t>C. ALU</a:t>
            </a:r>
            <a:br>
              <a:rPr lang="en-IN" sz="1100" dirty="0"/>
            </a:br>
            <a:r>
              <a:rPr lang="en-IN" sz="1100" dirty="0"/>
              <a:t>D. Control Unit</a:t>
            </a:r>
            <a:br>
              <a:rPr lang="en-IN" sz="1100" dirty="0"/>
            </a:br>
            <a:r>
              <a:rPr lang="en-IN" sz="1100" b="1" dirty="0"/>
              <a:t>Answer: B</a:t>
            </a:r>
            <a:endParaRPr lang="en-IN" sz="1100" dirty="0"/>
          </a:p>
          <a:p>
            <a:pPr>
              <a:buNone/>
            </a:pPr>
            <a:r>
              <a:rPr lang="en-IN" sz="1100" b="1" dirty="0"/>
              <a:t>2.</a:t>
            </a:r>
            <a:r>
              <a:rPr lang="en-IN" sz="1100" dirty="0"/>
              <a:t> Which component performs arithmetic and logical operations on the student's data?</a:t>
            </a:r>
            <a:br>
              <a:rPr lang="en-IN" sz="1100" dirty="0"/>
            </a:br>
            <a:r>
              <a:rPr lang="en-IN" sz="1100" dirty="0"/>
              <a:t>A. ALU</a:t>
            </a:r>
            <a:br>
              <a:rPr lang="en-IN" sz="1100" dirty="0"/>
            </a:br>
            <a:r>
              <a:rPr lang="en-IN" sz="1100" dirty="0"/>
              <a:t>B. Monitor</a:t>
            </a:r>
            <a:br>
              <a:rPr lang="en-IN" sz="1100" dirty="0"/>
            </a:br>
            <a:r>
              <a:rPr lang="en-IN" sz="1100" dirty="0"/>
              <a:t>C. Input Unit</a:t>
            </a:r>
            <a:br>
              <a:rPr lang="en-IN" sz="1100" dirty="0"/>
            </a:br>
            <a:r>
              <a:rPr lang="en-IN" sz="1100" dirty="0"/>
              <a:t>D. Register only</a:t>
            </a:r>
            <a:br>
              <a:rPr lang="en-IN" sz="1100" dirty="0"/>
            </a:br>
            <a:r>
              <a:rPr lang="en-IN" sz="1100" b="1" dirty="0"/>
              <a:t>Answer: A</a:t>
            </a:r>
            <a:endParaRPr lang="en-IN" sz="1100" dirty="0"/>
          </a:p>
          <a:p>
            <a:pPr>
              <a:buNone/>
            </a:pPr>
            <a:r>
              <a:rPr lang="en-IN" sz="1100" b="1" dirty="0"/>
              <a:t>3.</a:t>
            </a:r>
            <a:r>
              <a:rPr lang="en-IN" sz="1100" dirty="0"/>
              <a:t> Which unit coordinates the activities of the CPU?</a:t>
            </a:r>
            <a:br>
              <a:rPr lang="en-IN" sz="1100" dirty="0"/>
            </a:br>
            <a:r>
              <a:rPr lang="en-IN" sz="1100" dirty="0"/>
              <a:t>A. ALU</a:t>
            </a:r>
            <a:br>
              <a:rPr lang="en-IN" sz="1100" dirty="0"/>
            </a:br>
            <a:r>
              <a:rPr lang="en-IN" sz="1100" dirty="0"/>
              <a:t>B. Control Unit</a:t>
            </a:r>
            <a:br>
              <a:rPr lang="en-IN" sz="1100" dirty="0"/>
            </a:br>
            <a:r>
              <a:rPr lang="en-IN" sz="1100" dirty="0"/>
              <a:t>C. Output Unit</a:t>
            </a:r>
            <a:br>
              <a:rPr lang="en-IN" sz="1100" dirty="0"/>
            </a:br>
            <a:r>
              <a:rPr lang="en-IN" sz="1100" dirty="0"/>
              <a:t>D. Memory Unit</a:t>
            </a:r>
            <a:br>
              <a:rPr lang="en-IN" sz="1100" dirty="0"/>
            </a:br>
            <a:r>
              <a:rPr lang="en-IN" sz="1100" b="1" dirty="0"/>
              <a:t>Answer: B</a:t>
            </a:r>
            <a:endParaRPr lang="en-IN" sz="1100" dirty="0"/>
          </a:p>
          <a:p>
            <a:pPr>
              <a:buNone/>
            </a:pPr>
            <a:r>
              <a:rPr lang="en-IN" sz="1100" b="1" dirty="0"/>
              <a:t>4.</a:t>
            </a:r>
            <a:r>
              <a:rPr lang="en-IN" sz="1100" dirty="0"/>
              <a:t> The monitor is an example of:</a:t>
            </a:r>
            <a:br>
              <a:rPr lang="en-IN" sz="1100" dirty="0"/>
            </a:br>
            <a:r>
              <a:rPr lang="en-IN" sz="1100" dirty="0"/>
              <a:t>A. Input device</a:t>
            </a:r>
            <a:br>
              <a:rPr lang="en-IN" sz="1100" dirty="0"/>
            </a:br>
            <a:r>
              <a:rPr lang="en-IN" sz="1100" dirty="0"/>
              <a:t>B. Processing device</a:t>
            </a:r>
            <a:br>
              <a:rPr lang="en-IN" sz="1100" dirty="0"/>
            </a:br>
            <a:r>
              <a:rPr lang="en-IN" sz="1100" dirty="0"/>
              <a:t>C. Output device</a:t>
            </a:r>
            <a:br>
              <a:rPr lang="en-IN" sz="1100" dirty="0"/>
            </a:br>
            <a:r>
              <a:rPr lang="en-IN" sz="1100" dirty="0"/>
              <a:t>D. Storage device</a:t>
            </a:r>
            <a:br>
              <a:rPr lang="en-IN" sz="1100" dirty="0"/>
            </a:br>
            <a:r>
              <a:rPr lang="en-IN" sz="1100" b="1" dirty="0"/>
              <a:t>Answer: C</a:t>
            </a:r>
            <a:endParaRPr lang="en-IN" sz="1100" dirty="0"/>
          </a:p>
          <a:p>
            <a:pPr>
              <a:buNone/>
            </a:pPr>
            <a:r>
              <a:rPr lang="en-IN" sz="1100" b="1" dirty="0"/>
              <a:t>5.</a:t>
            </a:r>
            <a:r>
              <a:rPr lang="en-IN" sz="1100" dirty="0"/>
              <a:t> Which bus would carry the actual data being transferred between CPU and memory?</a:t>
            </a:r>
            <a:br>
              <a:rPr lang="en-IN" sz="1100" dirty="0"/>
            </a:br>
            <a:r>
              <a:rPr lang="en-IN" sz="1100" dirty="0"/>
              <a:t>A. Address bus</a:t>
            </a:r>
            <a:br>
              <a:rPr lang="en-IN" sz="1100" dirty="0"/>
            </a:br>
            <a:r>
              <a:rPr lang="en-IN" sz="1100" dirty="0"/>
              <a:t>B. Data bus</a:t>
            </a:r>
            <a:br>
              <a:rPr lang="en-IN" sz="1100" dirty="0"/>
            </a:br>
            <a:r>
              <a:rPr lang="en-IN" sz="1100" dirty="0"/>
              <a:t>C. Control bus</a:t>
            </a:r>
            <a:br>
              <a:rPr lang="en-IN" sz="1100" dirty="0"/>
            </a:br>
            <a:r>
              <a:rPr lang="en-IN" sz="1100" dirty="0"/>
              <a:t>D. Power bus</a:t>
            </a:r>
            <a:br>
              <a:rPr lang="en-IN" sz="1100" dirty="0"/>
            </a:br>
            <a:r>
              <a:rPr lang="en-IN" sz="1100" b="1" dirty="0"/>
              <a:t>Answer: B</a:t>
            </a:r>
            <a:endParaRPr lang="en-IN" sz="1100" dirty="0"/>
          </a:p>
        </p:txBody>
      </p:sp>
    </p:spTree>
    <p:extLst>
      <p:ext uri="{BB962C8B-B14F-4D97-AF65-F5344CB8AC3E}">
        <p14:creationId xmlns:p14="http://schemas.microsoft.com/office/powerpoint/2010/main" val="3960808354"/>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E629DC05-284E-5466-D5C2-12E9EB19DFD6}"/>
              </a:ext>
            </a:extLst>
          </p:cNvPr>
          <p:cNvSpPr txBox="1"/>
          <p:nvPr/>
        </p:nvSpPr>
        <p:spPr>
          <a:xfrm>
            <a:off x="370840" y="967760"/>
            <a:ext cx="8402320" cy="5678478"/>
          </a:xfrm>
          <a:prstGeom prst="rect">
            <a:avLst/>
          </a:prstGeom>
          <a:noFill/>
        </p:spPr>
        <p:txBody>
          <a:bodyPr wrap="square">
            <a:spAutoFit/>
          </a:bodyPr>
          <a:lstStyle/>
          <a:p>
            <a:pPr>
              <a:buNone/>
            </a:pPr>
            <a:r>
              <a:rPr lang="en-IN" sz="1100" b="1" dirty="0"/>
              <a:t>Scenario 2: Hospital</a:t>
            </a:r>
          </a:p>
          <a:p>
            <a:pPr>
              <a:buNone/>
            </a:pPr>
            <a:r>
              <a:rPr lang="en-IN" sz="1100" dirty="0"/>
              <a:t>A hospital uses computers to maintain patient records, process medical information and display diagnostic reports. Doctors enter patient information and retrieve stored records when required.</a:t>
            </a:r>
          </a:p>
          <a:p>
            <a:pPr>
              <a:buNone/>
            </a:pPr>
            <a:r>
              <a:rPr lang="en-IN" sz="1100" b="1" dirty="0"/>
              <a:t>1.</a:t>
            </a:r>
            <a:r>
              <a:rPr lang="en-IN" sz="1100" dirty="0"/>
              <a:t> Patient information entered using a keyboard is initially handled by the:</a:t>
            </a:r>
            <a:br>
              <a:rPr lang="en-IN" sz="1100" dirty="0"/>
            </a:br>
            <a:r>
              <a:rPr lang="en-IN" sz="1100" dirty="0"/>
              <a:t>A. Input Unit</a:t>
            </a:r>
            <a:br>
              <a:rPr lang="en-IN" sz="1100" dirty="0"/>
            </a:br>
            <a:r>
              <a:rPr lang="en-IN" sz="1100" dirty="0"/>
              <a:t>B. Output Unit</a:t>
            </a:r>
            <a:br>
              <a:rPr lang="en-IN" sz="1100" dirty="0"/>
            </a:br>
            <a:r>
              <a:rPr lang="en-IN" sz="1100" dirty="0"/>
              <a:t>C. ALU</a:t>
            </a:r>
            <a:br>
              <a:rPr lang="en-IN" sz="1100" dirty="0"/>
            </a:br>
            <a:r>
              <a:rPr lang="en-IN" sz="1100" dirty="0"/>
              <a:t>D. Printer</a:t>
            </a:r>
            <a:br>
              <a:rPr lang="en-IN" sz="1100" dirty="0"/>
            </a:br>
            <a:r>
              <a:rPr lang="en-IN" sz="1100" b="1" dirty="0"/>
              <a:t>Answer: A</a:t>
            </a:r>
            <a:endParaRPr lang="en-IN" sz="1100" dirty="0"/>
          </a:p>
          <a:p>
            <a:pPr>
              <a:buNone/>
            </a:pPr>
            <a:r>
              <a:rPr lang="en-IN" sz="1100" b="1" dirty="0"/>
              <a:t>2.</a:t>
            </a:r>
            <a:r>
              <a:rPr lang="en-IN" sz="1100" dirty="0"/>
              <a:t> A diagnostic report displayed on a screen is an example of:</a:t>
            </a:r>
            <a:br>
              <a:rPr lang="en-IN" sz="1100" dirty="0"/>
            </a:br>
            <a:r>
              <a:rPr lang="en-IN" sz="1100" dirty="0"/>
              <a:t>A. Input</a:t>
            </a:r>
            <a:br>
              <a:rPr lang="en-IN" sz="1100" dirty="0"/>
            </a:br>
            <a:r>
              <a:rPr lang="en-IN" sz="1100" dirty="0"/>
              <a:t>B. Processing</a:t>
            </a:r>
            <a:br>
              <a:rPr lang="en-IN" sz="1100" dirty="0"/>
            </a:br>
            <a:r>
              <a:rPr lang="en-IN" sz="1100" dirty="0"/>
              <a:t>C. Output</a:t>
            </a:r>
            <a:br>
              <a:rPr lang="en-IN" sz="1100" dirty="0"/>
            </a:br>
            <a:r>
              <a:rPr lang="en-IN" sz="1100" dirty="0"/>
              <a:t>D. Addressing</a:t>
            </a:r>
            <a:br>
              <a:rPr lang="en-IN" sz="1100" dirty="0"/>
            </a:br>
            <a:r>
              <a:rPr lang="en-IN" sz="1100" b="1" dirty="0"/>
              <a:t>Answer: C</a:t>
            </a:r>
            <a:endParaRPr lang="en-IN" sz="1100" dirty="0"/>
          </a:p>
          <a:p>
            <a:pPr>
              <a:buNone/>
            </a:pPr>
            <a:r>
              <a:rPr lang="en-IN" sz="1100" b="1" dirty="0"/>
              <a:t>3.</a:t>
            </a:r>
            <a:r>
              <a:rPr lang="en-IN" sz="1100" dirty="0"/>
              <a:t> If the computer performs calculations on a patient's test results, which CPU component performs the calculations?</a:t>
            </a:r>
            <a:br>
              <a:rPr lang="en-IN" sz="1100" dirty="0"/>
            </a:br>
            <a:r>
              <a:rPr lang="en-IN" sz="1100" dirty="0"/>
              <a:t>A. Control Unit</a:t>
            </a:r>
            <a:br>
              <a:rPr lang="en-IN" sz="1100" dirty="0"/>
            </a:br>
            <a:r>
              <a:rPr lang="en-IN" sz="1100" dirty="0"/>
              <a:t>B. ALU</a:t>
            </a:r>
            <a:br>
              <a:rPr lang="en-IN" sz="1100" dirty="0"/>
            </a:br>
            <a:r>
              <a:rPr lang="en-IN" sz="1100" dirty="0"/>
              <a:t>C. Register</a:t>
            </a:r>
            <a:br>
              <a:rPr lang="en-IN" sz="1100" dirty="0"/>
            </a:br>
            <a:r>
              <a:rPr lang="en-IN" sz="1100" dirty="0"/>
              <a:t>D. Address Bus</a:t>
            </a:r>
            <a:br>
              <a:rPr lang="en-IN" sz="1100" dirty="0"/>
            </a:br>
            <a:r>
              <a:rPr lang="en-IN" sz="1100" b="1" dirty="0"/>
              <a:t>Answer: B</a:t>
            </a:r>
            <a:endParaRPr lang="en-IN" sz="1100" dirty="0"/>
          </a:p>
          <a:p>
            <a:pPr>
              <a:buNone/>
            </a:pPr>
            <a:r>
              <a:rPr lang="en-IN" sz="1100" b="1" dirty="0"/>
              <a:t>4.</a:t>
            </a:r>
            <a:r>
              <a:rPr lang="en-IN" sz="1100" dirty="0"/>
              <a:t> Which component stores instructions and data required during processing?</a:t>
            </a:r>
            <a:br>
              <a:rPr lang="en-IN" sz="1100" dirty="0"/>
            </a:br>
            <a:r>
              <a:rPr lang="en-IN" sz="1100" dirty="0"/>
              <a:t>A. Memory Unit</a:t>
            </a:r>
            <a:br>
              <a:rPr lang="en-IN" sz="1100" dirty="0"/>
            </a:br>
            <a:r>
              <a:rPr lang="en-IN" sz="1100" dirty="0"/>
              <a:t>B. Monitor</a:t>
            </a:r>
            <a:br>
              <a:rPr lang="en-IN" sz="1100" dirty="0"/>
            </a:br>
            <a:r>
              <a:rPr lang="en-IN" sz="1100" dirty="0"/>
              <a:t>C. Keyboard</a:t>
            </a:r>
            <a:br>
              <a:rPr lang="en-IN" sz="1100" dirty="0"/>
            </a:br>
            <a:r>
              <a:rPr lang="en-IN" sz="1100" dirty="0"/>
              <a:t>D. Printer</a:t>
            </a:r>
            <a:br>
              <a:rPr lang="en-IN" sz="1100" dirty="0"/>
            </a:br>
            <a:r>
              <a:rPr lang="en-IN" sz="1100" b="1" dirty="0"/>
              <a:t>Answer: A</a:t>
            </a:r>
            <a:endParaRPr lang="en-IN" sz="1100" dirty="0"/>
          </a:p>
          <a:p>
            <a:pPr>
              <a:buNone/>
            </a:pPr>
            <a:r>
              <a:rPr lang="en-IN" sz="1100" b="1" dirty="0"/>
              <a:t>5.</a:t>
            </a:r>
            <a:r>
              <a:rPr lang="en-IN" sz="1100" dirty="0"/>
              <a:t> Which CPU component directs other components to perform their required operations?</a:t>
            </a:r>
            <a:br>
              <a:rPr lang="en-IN" sz="1100" dirty="0"/>
            </a:br>
            <a:r>
              <a:rPr lang="en-IN" sz="1100" dirty="0"/>
              <a:t>A. ALU</a:t>
            </a:r>
            <a:br>
              <a:rPr lang="en-IN" sz="1100" dirty="0"/>
            </a:br>
            <a:r>
              <a:rPr lang="en-IN" sz="1100" dirty="0"/>
              <a:t>B. Control Unit</a:t>
            </a:r>
            <a:br>
              <a:rPr lang="en-IN" sz="1100" dirty="0"/>
            </a:br>
            <a:r>
              <a:rPr lang="en-IN" sz="1100" dirty="0"/>
              <a:t>C. Register</a:t>
            </a:r>
            <a:br>
              <a:rPr lang="en-IN" sz="1100" dirty="0"/>
            </a:br>
            <a:r>
              <a:rPr lang="en-IN" sz="1100" dirty="0"/>
              <a:t>D. Output Unit</a:t>
            </a:r>
            <a:br>
              <a:rPr lang="en-IN" sz="1100" dirty="0"/>
            </a:br>
            <a:r>
              <a:rPr lang="en-IN" sz="1100" b="1" dirty="0"/>
              <a:t>Answer: B</a:t>
            </a:r>
            <a:endParaRPr lang="en-IN" sz="1100" dirty="0"/>
          </a:p>
        </p:txBody>
      </p:sp>
    </p:spTree>
    <p:extLst>
      <p:ext uri="{BB962C8B-B14F-4D97-AF65-F5344CB8AC3E}">
        <p14:creationId xmlns:p14="http://schemas.microsoft.com/office/powerpoint/2010/main" val="1351335826"/>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EE854B56-6614-8F8F-A700-7D8589A512C7}"/>
              </a:ext>
            </a:extLst>
          </p:cNvPr>
          <p:cNvSpPr txBox="1"/>
          <p:nvPr/>
        </p:nvSpPr>
        <p:spPr>
          <a:xfrm>
            <a:off x="223520" y="318552"/>
            <a:ext cx="4572000" cy="307777"/>
          </a:xfrm>
          <a:prstGeom prst="rect">
            <a:avLst/>
          </a:prstGeom>
          <a:noFill/>
        </p:spPr>
        <p:txBody>
          <a:bodyPr wrap="square">
            <a:spAutoFit/>
          </a:bodyPr>
          <a:lstStyle/>
          <a:p>
            <a:pPr>
              <a:buNone/>
            </a:pPr>
            <a:r>
              <a:rPr lang="en-IN" b="1" dirty="0"/>
              <a:t>Section C — 5-Mark Linux Command-Based MCQs</a:t>
            </a:r>
          </a:p>
        </p:txBody>
      </p:sp>
      <p:sp>
        <p:nvSpPr>
          <p:cNvPr id="5" name="TextBox 4">
            <a:extLst>
              <a:ext uri="{FF2B5EF4-FFF2-40B4-BE49-F238E27FC236}">
                <a16:creationId xmlns:a16="http://schemas.microsoft.com/office/drawing/2014/main" id="{B77CA49A-1F58-1885-2EE4-52F4ACFD3D8A}"/>
              </a:ext>
            </a:extLst>
          </p:cNvPr>
          <p:cNvSpPr txBox="1"/>
          <p:nvPr/>
        </p:nvSpPr>
        <p:spPr>
          <a:xfrm>
            <a:off x="335280" y="1030248"/>
            <a:ext cx="8128000" cy="5509200"/>
          </a:xfrm>
          <a:prstGeom prst="rect">
            <a:avLst/>
          </a:prstGeom>
          <a:noFill/>
        </p:spPr>
        <p:txBody>
          <a:bodyPr wrap="square">
            <a:spAutoFit/>
          </a:bodyPr>
          <a:lstStyle/>
          <a:p>
            <a:pPr>
              <a:buNone/>
            </a:pPr>
            <a:r>
              <a:rPr lang="en-IN" sz="1100" b="1" dirty="0"/>
              <a:t>Scenario 1: Basic Linux File Management</a:t>
            </a:r>
          </a:p>
          <a:p>
            <a:pPr>
              <a:buNone/>
            </a:pPr>
            <a:r>
              <a:rPr lang="en-IN" sz="1100" dirty="0"/>
              <a:t>A student is working in a Linux terminal and wants to manage files and directories.</a:t>
            </a:r>
          </a:p>
          <a:p>
            <a:pPr>
              <a:buNone/>
            </a:pPr>
            <a:r>
              <a:rPr lang="en-IN" sz="1100" b="1" dirty="0"/>
              <a:t>1.</a:t>
            </a:r>
            <a:r>
              <a:rPr lang="en-IN" sz="1100" dirty="0"/>
              <a:t> Which command displays the files and directories in the current directory?</a:t>
            </a:r>
            <a:br>
              <a:rPr lang="en-IN" sz="1100" dirty="0"/>
            </a:br>
            <a:r>
              <a:rPr lang="en-IN" sz="1100" dirty="0"/>
              <a:t>A. </a:t>
            </a:r>
            <a:r>
              <a:rPr lang="en-IN" sz="1100" dirty="0" err="1">
                <a:latin typeface="Arial"/>
              </a:rPr>
              <a:t>pwd</a:t>
            </a:r>
            <a:br>
              <a:rPr lang="en-IN" sz="1100" dirty="0"/>
            </a:br>
            <a:r>
              <a:rPr lang="en-IN" sz="1100" dirty="0"/>
              <a:t>B. </a:t>
            </a:r>
            <a:r>
              <a:rPr lang="en-IN" sz="1100" dirty="0">
                <a:latin typeface="Arial"/>
              </a:rPr>
              <a:t>ls</a:t>
            </a:r>
            <a:br>
              <a:rPr lang="en-IN" sz="1100" dirty="0"/>
            </a:br>
            <a:r>
              <a:rPr lang="en-IN" sz="1100" dirty="0"/>
              <a:t>C. </a:t>
            </a:r>
            <a:r>
              <a:rPr lang="en-IN" sz="1100" dirty="0">
                <a:latin typeface="Arial"/>
              </a:rPr>
              <a:t>cd</a:t>
            </a:r>
            <a:br>
              <a:rPr lang="en-IN" sz="1100" dirty="0"/>
            </a:br>
            <a:r>
              <a:rPr lang="en-IN" sz="1100" dirty="0"/>
              <a:t>D. </a:t>
            </a:r>
            <a:r>
              <a:rPr lang="en-IN" sz="1100" dirty="0" err="1">
                <a:latin typeface="Arial"/>
              </a:rPr>
              <a:t>mkdir</a:t>
            </a:r>
            <a:br>
              <a:rPr lang="en-IN" sz="1100" dirty="0"/>
            </a:br>
            <a:r>
              <a:rPr lang="en-IN" sz="1100" b="1" dirty="0"/>
              <a:t>Answer: B</a:t>
            </a:r>
            <a:endParaRPr lang="en-IN" sz="1100" dirty="0"/>
          </a:p>
          <a:p>
            <a:pPr>
              <a:buNone/>
            </a:pPr>
            <a:r>
              <a:rPr lang="en-IN" sz="1100" b="1" dirty="0"/>
              <a:t>2.</a:t>
            </a:r>
            <a:r>
              <a:rPr lang="en-IN" sz="1100" dirty="0"/>
              <a:t> Which command displays the current working directory?</a:t>
            </a:r>
            <a:br>
              <a:rPr lang="en-IN" sz="1100" dirty="0"/>
            </a:br>
            <a:r>
              <a:rPr lang="en-IN" sz="1100" dirty="0"/>
              <a:t>A. </a:t>
            </a:r>
            <a:r>
              <a:rPr lang="en-IN" sz="1100" dirty="0">
                <a:latin typeface="Arial"/>
              </a:rPr>
              <a:t>ls</a:t>
            </a:r>
            <a:br>
              <a:rPr lang="en-IN" sz="1100" dirty="0"/>
            </a:br>
            <a:r>
              <a:rPr lang="en-IN" sz="1100" dirty="0"/>
              <a:t>B. </a:t>
            </a:r>
            <a:r>
              <a:rPr lang="en-IN" sz="1100" dirty="0">
                <a:latin typeface="Arial"/>
              </a:rPr>
              <a:t>cd</a:t>
            </a:r>
            <a:br>
              <a:rPr lang="en-IN" sz="1100" dirty="0"/>
            </a:br>
            <a:r>
              <a:rPr lang="en-IN" sz="1100" dirty="0"/>
              <a:t>C. </a:t>
            </a:r>
            <a:r>
              <a:rPr lang="en-IN" sz="1100" dirty="0" err="1">
                <a:latin typeface="Arial"/>
              </a:rPr>
              <a:t>pwd</a:t>
            </a:r>
            <a:br>
              <a:rPr lang="en-IN" sz="1100" dirty="0"/>
            </a:br>
            <a:r>
              <a:rPr lang="en-IN" sz="1100" dirty="0"/>
              <a:t>D. </a:t>
            </a:r>
            <a:r>
              <a:rPr lang="en-IN" sz="1100" dirty="0" err="1">
                <a:latin typeface="Arial"/>
              </a:rPr>
              <a:t>dir</a:t>
            </a:r>
            <a:br>
              <a:rPr lang="en-IN" sz="1100" dirty="0"/>
            </a:br>
            <a:r>
              <a:rPr lang="en-IN" sz="1100" b="1" dirty="0"/>
              <a:t>Answer: C</a:t>
            </a:r>
            <a:endParaRPr lang="en-IN" sz="1100" dirty="0"/>
          </a:p>
          <a:p>
            <a:pPr>
              <a:buNone/>
            </a:pPr>
            <a:r>
              <a:rPr lang="en-IN" sz="1100" b="1" dirty="0"/>
              <a:t>3.</a:t>
            </a:r>
            <a:r>
              <a:rPr lang="en-IN" sz="1100" dirty="0"/>
              <a:t> Which command is used to create a new directory named </a:t>
            </a:r>
            <a:r>
              <a:rPr lang="en-IN" sz="1100" dirty="0">
                <a:latin typeface="Arial"/>
              </a:rPr>
              <a:t>college</a:t>
            </a:r>
            <a:r>
              <a:rPr lang="en-IN" sz="1100" dirty="0"/>
              <a:t>?</a:t>
            </a:r>
            <a:br>
              <a:rPr lang="en-IN" sz="1100" dirty="0"/>
            </a:br>
            <a:r>
              <a:rPr lang="en-IN" sz="1100" dirty="0"/>
              <a:t>A. </a:t>
            </a:r>
            <a:r>
              <a:rPr lang="en-IN" sz="1100" dirty="0">
                <a:latin typeface="Arial"/>
              </a:rPr>
              <a:t>create college</a:t>
            </a:r>
            <a:br>
              <a:rPr lang="en-IN" sz="1100" dirty="0"/>
            </a:br>
            <a:r>
              <a:rPr lang="en-IN" sz="1100" dirty="0"/>
              <a:t>B. </a:t>
            </a:r>
            <a:r>
              <a:rPr lang="en-IN" sz="1100" dirty="0" err="1">
                <a:latin typeface="Arial"/>
              </a:rPr>
              <a:t>mkdir</a:t>
            </a:r>
            <a:r>
              <a:rPr lang="en-IN" sz="1100" dirty="0">
                <a:latin typeface="Arial"/>
              </a:rPr>
              <a:t> college</a:t>
            </a:r>
            <a:br>
              <a:rPr lang="en-IN" sz="1100" dirty="0"/>
            </a:br>
            <a:r>
              <a:rPr lang="en-IN" sz="1100" dirty="0"/>
              <a:t>C. </a:t>
            </a:r>
            <a:r>
              <a:rPr lang="en-IN" sz="1100" dirty="0">
                <a:latin typeface="Arial"/>
              </a:rPr>
              <a:t>md college</a:t>
            </a:r>
            <a:br>
              <a:rPr lang="en-IN" sz="1100" dirty="0"/>
            </a:br>
            <a:r>
              <a:rPr lang="en-IN" sz="1100" dirty="0"/>
              <a:t>D. </a:t>
            </a:r>
            <a:r>
              <a:rPr lang="en-IN" sz="1100" dirty="0">
                <a:latin typeface="Arial"/>
              </a:rPr>
              <a:t>new college</a:t>
            </a:r>
            <a:br>
              <a:rPr lang="en-IN" sz="1100" dirty="0"/>
            </a:br>
            <a:r>
              <a:rPr lang="en-IN" sz="1100" b="1" dirty="0"/>
              <a:t>Answer: B</a:t>
            </a:r>
            <a:endParaRPr lang="en-IN" sz="1100" dirty="0"/>
          </a:p>
          <a:p>
            <a:pPr>
              <a:buNone/>
            </a:pPr>
            <a:r>
              <a:rPr lang="en-IN" sz="1100" b="1" dirty="0"/>
              <a:t>4.</a:t>
            </a:r>
            <a:r>
              <a:rPr lang="en-IN" sz="1100" dirty="0"/>
              <a:t> Which command changes the current directory to </a:t>
            </a:r>
            <a:r>
              <a:rPr lang="en-IN" sz="1100" dirty="0">
                <a:latin typeface="Arial"/>
              </a:rPr>
              <a:t>college</a:t>
            </a:r>
            <a:r>
              <a:rPr lang="en-IN" sz="1100" dirty="0"/>
              <a:t>?</a:t>
            </a:r>
            <a:br>
              <a:rPr lang="en-IN" sz="1100" dirty="0"/>
            </a:br>
            <a:r>
              <a:rPr lang="en-IN" sz="1100" dirty="0"/>
              <a:t>A. </a:t>
            </a:r>
            <a:r>
              <a:rPr lang="en-IN" sz="1100" dirty="0">
                <a:latin typeface="Arial"/>
              </a:rPr>
              <a:t>move college</a:t>
            </a:r>
            <a:br>
              <a:rPr lang="en-IN" sz="1100" dirty="0"/>
            </a:br>
            <a:r>
              <a:rPr lang="en-IN" sz="1100" dirty="0"/>
              <a:t>B. </a:t>
            </a:r>
            <a:r>
              <a:rPr lang="en-IN" sz="1100" dirty="0">
                <a:latin typeface="Arial"/>
              </a:rPr>
              <a:t>cd college</a:t>
            </a:r>
            <a:br>
              <a:rPr lang="en-IN" sz="1100" dirty="0"/>
            </a:br>
            <a:r>
              <a:rPr lang="en-IN" sz="1100" dirty="0"/>
              <a:t>C. </a:t>
            </a:r>
            <a:r>
              <a:rPr lang="en-IN" sz="1100" dirty="0" err="1">
                <a:latin typeface="Arial"/>
              </a:rPr>
              <a:t>goto</a:t>
            </a:r>
            <a:r>
              <a:rPr lang="en-IN" sz="1100" dirty="0">
                <a:latin typeface="Arial"/>
              </a:rPr>
              <a:t> college</a:t>
            </a:r>
            <a:br>
              <a:rPr lang="en-IN" sz="1100" dirty="0"/>
            </a:br>
            <a:r>
              <a:rPr lang="en-IN" sz="1100" dirty="0"/>
              <a:t>D. </a:t>
            </a:r>
            <a:r>
              <a:rPr lang="en-IN" sz="1100" dirty="0">
                <a:latin typeface="Arial"/>
              </a:rPr>
              <a:t>open college</a:t>
            </a:r>
            <a:br>
              <a:rPr lang="en-IN" sz="1100" dirty="0"/>
            </a:br>
            <a:r>
              <a:rPr lang="en-IN" sz="1100" b="1" dirty="0"/>
              <a:t>Answer: B</a:t>
            </a:r>
            <a:endParaRPr lang="en-IN" sz="1100" dirty="0"/>
          </a:p>
          <a:p>
            <a:pPr>
              <a:buNone/>
            </a:pPr>
            <a:r>
              <a:rPr lang="en-IN" sz="1100" b="1" dirty="0"/>
              <a:t>5.</a:t>
            </a:r>
            <a:r>
              <a:rPr lang="en-IN" sz="1100" dirty="0"/>
              <a:t> Which command creates an empty file named </a:t>
            </a:r>
            <a:r>
              <a:rPr lang="en-IN" sz="1100" dirty="0">
                <a:latin typeface="Arial"/>
              </a:rPr>
              <a:t>notes.txt</a:t>
            </a:r>
            <a:r>
              <a:rPr lang="en-IN" sz="1100" dirty="0"/>
              <a:t>?</a:t>
            </a:r>
            <a:br>
              <a:rPr lang="en-IN" sz="1100" dirty="0"/>
            </a:br>
            <a:r>
              <a:rPr lang="en-IN" sz="1100" dirty="0"/>
              <a:t>A. </a:t>
            </a:r>
            <a:r>
              <a:rPr lang="en-IN" sz="1100" dirty="0">
                <a:latin typeface="Arial"/>
              </a:rPr>
              <a:t>make notes.txt</a:t>
            </a:r>
            <a:br>
              <a:rPr lang="en-IN" sz="1100" dirty="0"/>
            </a:br>
            <a:r>
              <a:rPr lang="en-IN" sz="1100" dirty="0"/>
              <a:t>B. </a:t>
            </a:r>
            <a:r>
              <a:rPr lang="en-IN" sz="1100" dirty="0">
                <a:latin typeface="Arial"/>
              </a:rPr>
              <a:t>touch notes.txt</a:t>
            </a:r>
            <a:br>
              <a:rPr lang="en-IN" sz="1100" dirty="0"/>
            </a:br>
            <a:r>
              <a:rPr lang="en-IN" sz="1100" dirty="0"/>
              <a:t>C. </a:t>
            </a:r>
            <a:r>
              <a:rPr lang="en-IN" sz="1100" dirty="0">
                <a:latin typeface="Arial"/>
              </a:rPr>
              <a:t>file notes.txt</a:t>
            </a:r>
            <a:br>
              <a:rPr lang="en-IN" sz="1100" dirty="0"/>
            </a:br>
            <a:r>
              <a:rPr lang="en-IN" sz="1100" dirty="0"/>
              <a:t>D. </a:t>
            </a:r>
            <a:r>
              <a:rPr lang="en-IN" sz="1100" dirty="0">
                <a:latin typeface="Arial"/>
              </a:rPr>
              <a:t>create notes.txt</a:t>
            </a:r>
            <a:br>
              <a:rPr lang="en-IN" sz="1100" dirty="0"/>
            </a:br>
            <a:r>
              <a:rPr lang="en-IN" sz="1100" b="1" dirty="0"/>
              <a:t>Answer: B</a:t>
            </a:r>
            <a:endParaRPr lang="en-IN" sz="1100" dirty="0"/>
          </a:p>
        </p:txBody>
      </p:sp>
    </p:spTree>
    <p:extLst>
      <p:ext uri="{BB962C8B-B14F-4D97-AF65-F5344CB8AC3E}">
        <p14:creationId xmlns:p14="http://schemas.microsoft.com/office/powerpoint/2010/main" val="1127108450"/>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B8DA070F-0EEA-4B01-4260-2F73A744FEFF}"/>
              </a:ext>
            </a:extLst>
          </p:cNvPr>
          <p:cNvSpPr txBox="1"/>
          <p:nvPr/>
        </p:nvSpPr>
        <p:spPr>
          <a:xfrm>
            <a:off x="416560" y="1083687"/>
            <a:ext cx="8056880" cy="5509200"/>
          </a:xfrm>
          <a:prstGeom prst="rect">
            <a:avLst/>
          </a:prstGeom>
          <a:noFill/>
        </p:spPr>
        <p:txBody>
          <a:bodyPr wrap="square">
            <a:spAutoFit/>
          </a:bodyPr>
          <a:lstStyle/>
          <a:p>
            <a:pPr>
              <a:buNone/>
            </a:pPr>
            <a:r>
              <a:rPr lang="en-IN" sz="1100" b="1" dirty="0"/>
              <a:t>Scenario 2: Viewing and Managing Files</a:t>
            </a:r>
          </a:p>
          <a:p>
            <a:pPr>
              <a:buNone/>
            </a:pPr>
            <a:r>
              <a:rPr lang="en-IN" sz="1100" dirty="0"/>
              <a:t>A user has created a file called </a:t>
            </a:r>
            <a:r>
              <a:rPr lang="en-IN" sz="1100" dirty="0">
                <a:latin typeface="Arial"/>
              </a:rPr>
              <a:t>report.txt</a:t>
            </a:r>
            <a:r>
              <a:rPr lang="en-IN" sz="1100" dirty="0"/>
              <a:t> and wants to examine and manage it.</a:t>
            </a:r>
          </a:p>
          <a:p>
            <a:pPr>
              <a:buNone/>
            </a:pPr>
            <a:r>
              <a:rPr lang="en-IN" sz="1100" b="1" dirty="0"/>
              <a:t>1.</a:t>
            </a:r>
            <a:r>
              <a:rPr lang="en-IN" sz="1100" dirty="0"/>
              <a:t> Which command displays the contents of </a:t>
            </a:r>
            <a:r>
              <a:rPr lang="en-IN" sz="1100" dirty="0">
                <a:latin typeface="Arial"/>
              </a:rPr>
              <a:t>report.txt</a:t>
            </a:r>
            <a:r>
              <a:rPr lang="en-IN" sz="1100" dirty="0"/>
              <a:t>?</a:t>
            </a:r>
            <a:br>
              <a:rPr lang="en-IN" sz="1100" dirty="0"/>
            </a:br>
            <a:r>
              <a:rPr lang="en-IN" sz="1100" dirty="0"/>
              <a:t>A. </a:t>
            </a:r>
            <a:r>
              <a:rPr lang="en-IN" sz="1100" dirty="0">
                <a:latin typeface="Arial"/>
              </a:rPr>
              <a:t>cat report.txt</a:t>
            </a:r>
            <a:br>
              <a:rPr lang="en-IN" sz="1100" dirty="0"/>
            </a:br>
            <a:r>
              <a:rPr lang="en-IN" sz="1100" dirty="0"/>
              <a:t>B. </a:t>
            </a:r>
            <a:r>
              <a:rPr lang="en-IN" sz="1100" dirty="0">
                <a:latin typeface="Arial"/>
              </a:rPr>
              <a:t>show report.txt</a:t>
            </a:r>
            <a:br>
              <a:rPr lang="en-IN" sz="1100" dirty="0"/>
            </a:br>
            <a:r>
              <a:rPr lang="en-IN" sz="1100" dirty="0"/>
              <a:t>C. </a:t>
            </a:r>
            <a:r>
              <a:rPr lang="en-IN" sz="1100" dirty="0" err="1">
                <a:latin typeface="Arial"/>
              </a:rPr>
              <a:t>viewfile</a:t>
            </a:r>
            <a:r>
              <a:rPr lang="en-IN" sz="1100" dirty="0">
                <a:latin typeface="Arial"/>
              </a:rPr>
              <a:t> report.txt</a:t>
            </a:r>
            <a:br>
              <a:rPr lang="en-IN" sz="1100" dirty="0"/>
            </a:br>
            <a:r>
              <a:rPr lang="en-IN" sz="1100" dirty="0"/>
              <a:t>D. </a:t>
            </a:r>
            <a:r>
              <a:rPr lang="en-IN" sz="1100" dirty="0">
                <a:latin typeface="Arial"/>
              </a:rPr>
              <a:t>display report.txt</a:t>
            </a:r>
            <a:br>
              <a:rPr lang="en-IN" sz="1100" dirty="0"/>
            </a:br>
            <a:r>
              <a:rPr lang="en-IN" sz="1100" b="1" dirty="0"/>
              <a:t>Answer: A</a:t>
            </a:r>
            <a:endParaRPr lang="en-IN" sz="1100" dirty="0"/>
          </a:p>
          <a:p>
            <a:pPr>
              <a:buNone/>
            </a:pPr>
            <a:r>
              <a:rPr lang="en-IN" sz="1100" b="1" dirty="0"/>
              <a:t>2.</a:t>
            </a:r>
            <a:r>
              <a:rPr lang="en-IN" sz="1100" dirty="0"/>
              <a:t> Which command copies </a:t>
            </a:r>
            <a:r>
              <a:rPr lang="en-IN" sz="1100" dirty="0">
                <a:latin typeface="Arial"/>
              </a:rPr>
              <a:t>report.txt</a:t>
            </a:r>
            <a:r>
              <a:rPr lang="en-IN" sz="1100" dirty="0"/>
              <a:t> to </a:t>
            </a:r>
            <a:r>
              <a:rPr lang="en-IN" sz="1100" dirty="0">
                <a:latin typeface="Arial"/>
              </a:rPr>
              <a:t>backup.txt</a:t>
            </a:r>
            <a:r>
              <a:rPr lang="en-IN" sz="1100" dirty="0"/>
              <a:t>?</a:t>
            </a:r>
            <a:br>
              <a:rPr lang="en-IN" sz="1100" dirty="0"/>
            </a:br>
            <a:r>
              <a:rPr lang="en-IN" sz="1100" dirty="0"/>
              <a:t>A. </a:t>
            </a:r>
            <a:r>
              <a:rPr lang="en-IN" sz="1100" dirty="0">
                <a:latin typeface="Arial"/>
              </a:rPr>
              <a:t>mv report.txt backup.txt</a:t>
            </a:r>
            <a:br>
              <a:rPr lang="en-IN" sz="1100" dirty="0"/>
            </a:br>
            <a:r>
              <a:rPr lang="en-IN" sz="1100" dirty="0"/>
              <a:t>B. </a:t>
            </a:r>
            <a:r>
              <a:rPr lang="en-IN" sz="1100" dirty="0">
                <a:latin typeface="Arial"/>
              </a:rPr>
              <a:t>cp report.txt backup.txt</a:t>
            </a:r>
            <a:br>
              <a:rPr lang="en-IN" sz="1100" dirty="0"/>
            </a:br>
            <a:r>
              <a:rPr lang="en-IN" sz="1100" dirty="0"/>
              <a:t>C. </a:t>
            </a:r>
            <a:r>
              <a:rPr lang="en-IN" sz="1100" dirty="0">
                <a:latin typeface="Arial"/>
              </a:rPr>
              <a:t>copy report.txt backup.txt</a:t>
            </a:r>
            <a:br>
              <a:rPr lang="en-IN" sz="1100" dirty="0"/>
            </a:br>
            <a:r>
              <a:rPr lang="en-IN" sz="1100" dirty="0"/>
              <a:t>D. </a:t>
            </a:r>
            <a:r>
              <a:rPr lang="en-IN" sz="1100" dirty="0">
                <a:latin typeface="Arial"/>
              </a:rPr>
              <a:t>duplicate report.txt backup.txt</a:t>
            </a:r>
            <a:br>
              <a:rPr lang="en-IN" sz="1100" dirty="0"/>
            </a:br>
            <a:r>
              <a:rPr lang="en-IN" sz="1100" b="1" dirty="0"/>
              <a:t>Answer: B</a:t>
            </a:r>
            <a:endParaRPr lang="en-IN" sz="1100" dirty="0"/>
          </a:p>
          <a:p>
            <a:pPr>
              <a:buNone/>
            </a:pPr>
            <a:r>
              <a:rPr lang="en-IN" sz="1100" b="1" dirty="0"/>
              <a:t>3.</a:t>
            </a:r>
            <a:r>
              <a:rPr lang="en-IN" sz="1100" dirty="0"/>
              <a:t> Which command renames </a:t>
            </a:r>
            <a:r>
              <a:rPr lang="en-IN" sz="1100" dirty="0">
                <a:latin typeface="Arial"/>
              </a:rPr>
              <a:t>report.txt</a:t>
            </a:r>
            <a:r>
              <a:rPr lang="en-IN" sz="1100" dirty="0"/>
              <a:t> as </a:t>
            </a:r>
            <a:r>
              <a:rPr lang="en-IN" sz="1100" dirty="0">
                <a:latin typeface="Arial"/>
              </a:rPr>
              <a:t>final.txt</a:t>
            </a:r>
            <a:r>
              <a:rPr lang="en-IN" sz="1100" dirty="0"/>
              <a:t>?</a:t>
            </a:r>
            <a:br>
              <a:rPr lang="en-IN" sz="1100" dirty="0"/>
            </a:br>
            <a:r>
              <a:rPr lang="en-IN" sz="1100" dirty="0"/>
              <a:t>A. </a:t>
            </a:r>
            <a:r>
              <a:rPr lang="en-IN" sz="1100" dirty="0">
                <a:latin typeface="Arial"/>
              </a:rPr>
              <a:t>cp report.txt final.txt</a:t>
            </a:r>
            <a:br>
              <a:rPr lang="en-IN" sz="1100" dirty="0"/>
            </a:br>
            <a:r>
              <a:rPr lang="en-IN" sz="1100" dirty="0"/>
              <a:t>B. </a:t>
            </a:r>
            <a:r>
              <a:rPr lang="en-IN" sz="1100" dirty="0">
                <a:latin typeface="Arial"/>
              </a:rPr>
              <a:t>mv report.txt final.txt</a:t>
            </a:r>
            <a:br>
              <a:rPr lang="en-IN" sz="1100" dirty="0"/>
            </a:br>
            <a:r>
              <a:rPr lang="en-IN" sz="1100" dirty="0"/>
              <a:t>C. </a:t>
            </a:r>
            <a:r>
              <a:rPr lang="en-IN" sz="1100" dirty="0" err="1">
                <a:latin typeface="Arial"/>
              </a:rPr>
              <a:t>rn</a:t>
            </a:r>
            <a:r>
              <a:rPr lang="en-IN" sz="1100" dirty="0">
                <a:latin typeface="Arial"/>
              </a:rPr>
              <a:t> report.txt final.txt</a:t>
            </a:r>
            <a:br>
              <a:rPr lang="en-IN" sz="1100" dirty="0"/>
            </a:br>
            <a:r>
              <a:rPr lang="en-IN" sz="1100" dirty="0"/>
              <a:t>D. </a:t>
            </a:r>
            <a:r>
              <a:rPr lang="en-IN" sz="1100" dirty="0" err="1">
                <a:latin typeface="Arial"/>
              </a:rPr>
              <a:t>renamefile</a:t>
            </a:r>
            <a:r>
              <a:rPr lang="en-IN" sz="1100" dirty="0">
                <a:latin typeface="Arial"/>
              </a:rPr>
              <a:t> report.txt final.txt</a:t>
            </a:r>
            <a:br>
              <a:rPr lang="en-IN" sz="1100" dirty="0"/>
            </a:br>
            <a:r>
              <a:rPr lang="en-IN" sz="1100" b="1" dirty="0"/>
              <a:t>Answer: B</a:t>
            </a:r>
            <a:endParaRPr lang="en-IN" sz="1100" dirty="0"/>
          </a:p>
          <a:p>
            <a:pPr>
              <a:buNone/>
            </a:pPr>
            <a:r>
              <a:rPr lang="en-IN" sz="1100" b="1" dirty="0"/>
              <a:t>4.</a:t>
            </a:r>
            <a:r>
              <a:rPr lang="en-IN" sz="1100" dirty="0"/>
              <a:t> Which command removes a file named </a:t>
            </a:r>
            <a:r>
              <a:rPr lang="en-IN" sz="1100" dirty="0">
                <a:latin typeface="Arial"/>
              </a:rPr>
              <a:t>old.txt</a:t>
            </a:r>
            <a:r>
              <a:rPr lang="en-IN" sz="1100" dirty="0"/>
              <a:t>?</a:t>
            </a:r>
            <a:br>
              <a:rPr lang="en-IN" sz="1100" dirty="0"/>
            </a:br>
            <a:r>
              <a:rPr lang="en-IN" sz="1100" dirty="0"/>
              <a:t>A. </a:t>
            </a:r>
            <a:r>
              <a:rPr lang="en-IN" sz="1100" dirty="0">
                <a:latin typeface="Arial"/>
              </a:rPr>
              <a:t>delete old.txt</a:t>
            </a:r>
            <a:br>
              <a:rPr lang="en-IN" sz="1100" dirty="0"/>
            </a:br>
            <a:r>
              <a:rPr lang="en-IN" sz="1100" dirty="0"/>
              <a:t>B. </a:t>
            </a:r>
            <a:r>
              <a:rPr lang="en-IN" sz="1100" dirty="0">
                <a:latin typeface="Arial"/>
              </a:rPr>
              <a:t>erase old.txt</a:t>
            </a:r>
            <a:br>
              <a:rPr lang="en-IN" sz="1100" dirty="0"/>
            </a:br>
            <a:r>
              <a:rPr lang="en-IN" sz="1100" dirty="0"/>
              <a:t>C. </a:t>
            </a:r>
            <a:r>
              <a:rPr lang="en-IN" sz="1100" dirty="0">
                <a:latin typeface="Arial"/>
              </a:rPr>
              <a:t>rm old.txt</a:t>
            </a:r>
            <a:br>
              <a:rPr lang="en-IN" sz="1100" dirty="0"/>
            </a:br>
            <a:r>
              <a:rPr lang="en-IN" sz="1100" dirty="0"/>
              <a:t>D. </a:t>
            </a:r>
            <a:r>
              <a:rPr lang="en-IN" sz="1100" dirty="0" err="1">
                <a:latin typeface="Arial"/>
              </a:rPr>
              <a:t>removefile</a:t>
            </a:r>
            <a:r>
              <a:rPr lang="en-IN" sz="1100" dirty="0">
                <a:latin typeface="Arial"/>
              </a:rPr>
              <a:t> old.txt</a:t>
            </a:r>
            <a:br>
              <a:rPr lang="en-IN" sz="1100" dirty="0"/>
            </a:br>
            <a:r>
              <a:rPr lang="en-IN" sz="1100" b="1" dirty="0"/>
              <a:t>Answer: C</a:t>
            </a:r>
            <a:endParaRPr lang="en-IN" sz="1100" dirty="0"/>
          </a:p>
          <a:p>
            <a:pPr>
              <a:buNone/>
            </a:pPr>
            <a:r>
              <a:rPr lang="en-IN" sz="1100" b="1" dirty="0"/>
              <a:t>5.</a:t>
            </a:r>
            <a:r>
              <a:rPr lang="en-IN" sz="1100" dirty="0"/>
              <a:t> Which command provides detailed information about files, including permissions and ownership?</a:t>
            </a:r>
            <a:br>
              <a:rPr lang="en-IN" sz="1100" dirty="0"/>
            </a:br>
            <a:r>
              <a:rPr lang="en-IN" sz="1100" dirty="0"/>
              <a:t>A. </a:t>
            </a:r>
            <a:r>
              <a:rPr lang="en-IN" sz="1100" dirty="0">
                <a:latin typeface="Arial"/>
              </a:rPr>
              <a:t>ls -l</a:t>
            </a:r>
            <a:br>
              <a:rPr lang="en-IN" sz="1100" dirty="0"/>
            </a:br>
            <a:r>
              <a:rPr lang="en-IN" sz="1100" dirty="0"/>
              <a:t>B. </a:t>
            </a:r>
            <a:r>
              <a:rPr lang="en-IN" sz="1100" dirty="0" err="1">
                <a:latin typeface="Arial"/>
              </a:rPr>
              <a:t>pwd</a:t>
            </a:r>
            <a:r>
              <a:rPr lang="en-IN" sz="1100" dirty="0">
                <a:latin typeface="Arial"/>
              </a:rPr>
              <a:t> -l</a:t>
            </a:r>
            <a:br>
              <a:rPr lang="en-IN" sz="1100" dirty="0"/>
            </a:br>
            <a:r>
              <a:rPr lang="en-IN" sz="1100" dirty="0"/>
              <a:t>C. </a:t>
            </a:r>
            <a:r>
              <a:rPr lang="en-IN" sz="1100" dirty="0">
                <a:latin typeface="Arial"/>
              </a:rPr>
              <a:t>cd -l</a:t>
            </a:r>
            <a:br>
              <a:rPr lang="en-IN" sz="1100" dirty="0"/>
            </a:br>
            <a:r>
              <a:rPr lang="en-IN" sz="1100" dirty="0"/>
              <a:t>D. </a:t>
            </a:r>
            <a:r>
              <a:rPr lang="en-IN" sz="1100" dirty="0">
                <a:latin typeface="Arial"/>
              </a:rPr>
              <a:t>file -l</a:t>
            </a:r>
            <a:br>
              <a:rPr lang="en-IN" sz="1100" dirty="0"/>
            </a:br>
            <a:r>
              <a:rPr lang="en-IN" sz="1100" b="1" dirty="0"/>
              <a:t>Answer: A</a:t>
            </a:r>
            <a:endParaRPr lang="en-IN" sz="1100" dirty="0"/>
          </a:p>
        </p:txBody>
      </p:sp>
    </p:spTree>
    <p:extLst>
      <p:ext uri="{BB962C8B-B14F-4D97-AF65-F5344CB8AC3E}">
        <p14:creationId xmlns:p14="http://schemas.microsoft.com/office/powerpoint/2010/main" val="3765842648"/>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Shape 218"/>
        <p:cNvGrpSpPr/>
        <p:nvPr/>
      </p:nvGrpSpPr>
      <p:grpSpPr>
        <a:xfrm>
          <a:off x="0" y="0"/>
          <a:ext cx="0" cy="0"/>
          <a:chOff x="0" y="0"/>
          <a:chExt cx="0" cy="0"/>
        </a:xfrm>
      </p:grpSpPr>
      <p:grpSp>
        <p:nvGrpSpPr>
          <p:cNvPr id="219" name="Google Shape;219;p24"/>
          <p:cNvGrpSpPr/>
          <p:nvPr/>
        </p:nvGrpSpPr>
        <p:grpSpPr>
          <a:xfrm>
            <a:off x="6146291" y="0"/>
            <a:ext cx="2997835" cy="876300"/>
            <a:chOff x="6146291" y="0"/>
            <a:chExt cx="2997835" cy="876300"/>
          </a:xfrm>
        </p:grpSpPr>
        <p:sp>
          <p:nvSpPr>
            <p:cNvPr id="220" name="Google Shape;220;p24"/>
            <p:cNvSpPr/>
            <p:nvPr/>
          </p:nvSpPr>
          <p:spPr>
            <a:xfrm>
              <a:off x="6146291" y="0"/>
              <a:ext cx="2997835" cy="838200"/>
            </a:xfrm>
            <a:custGeom>
              <a:avLst/>
              <a:gdLst/>
              <a:ahLst/>
              <a:cxnLst/>
              <a:rect l="l" t="t" r="r" b="b"/>
              <a:pathLst>
                <a:path w="2997834" h="838200" extrusionOk="0">
                  <a:moveTo>
                    <a:pt x="2997708" y="0"/>
                  </a:moveTo>
                  <a:lnTo>
                    <a:pt x="0" y="0"/>
                  </a:lnTo>
                  <a:lnTo>
                    <a:pt x="0" y="838200"/>
                  </a:lnTo>
                  <a:lnTo>
                    <a:pt x="2997708" y="838200"/>
                  </a:lnTo>
                  <a:lnTo>
                    <a:pt x="2997708" y="0"/>
                  </a:lnTo>
                  <a:close/>
                </a:path>
              </a:pathLst>
            </a:custGeom>
            <a:solidFill>
              <a:srgbClr val="FF3300"/>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pic>
          <p:nvPicPr>
            <p:cNvPr id="221" name="Google Shape;221;p24"/>
            <p:cNvPicPr preferRelativeResize="0"/>
            <p:nvPr/>
          </p:nvPicPr>
          <p:blipFill rotWithShape="1">
            <a:blip r:embed="rId3">
              <a:alphaModFix/>
            </a:blip>
            <a:srcRect/>
            <a:stretch/>
          </p:blipFill>
          <p:spPr>
            <a:xfrm>
              <a:off x="6553199" y="228600"/>
              <a:ext cx="2057400" cy="635508"/>
            </a:xfrm>
            <a:prstGeom prst="rect">
              <a:avLst/>
            </a:prstGeom>
            <a:noFill/>
            <a:ln>
              <a:noFill/>
            </a:ln>
          </p:spPr>
        </p:pic>
        <p:sp>
          <p:nvSpPr>
            <p:cNvPr id="222" name="Google Shape;222;p24"/>
            <p:cNvSpPr/>
            <p:nvPr/>
          </p:nvSpPr>
          <p:spPr>
            <a:xfrm>
              <a:off x="6527291" y="190500"/>
              <a:ext cx="2077720" cy="685800"/>
            </a:xfrm>
            <a:custGeom>
              <a:avLst/>
              <a:gdLst/>
              <a:ahLst/>
              <a:cxnLst/>
              <a:rect l="l" t="t" r="r" b="b"/>
              <a:pathLst>
                <a:path w="2077720" h="685800" extrusionOk="0">
                  <a:moveTo>
                    <a:pt x="2077211" y="0"/>
                  </a:moveTo>
                  <a:lnTo>
                    <a:pt x="0" y="0"/>
                  </a:lnTo>
                  <a:lnTo>
                    <a:pt x="0" y="685800"/>
                  </a:lnTo>
                  <a:lnTo>
                    <a:pt x="2077211" y="685800"/>
                  </a:lnTo>
                  <a:lnTo>
                    <a:pt x="2077211" y="0"/>
                  </a:lnTo>
                  <a:close/>
                </a:path>
              </a:pathLst>
            </a:custGeom>
            <a:solidFill>
              <a:srgbClr val="FFFFFF"/>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pic>
          <p:nvPicPr>
            <p:cNvPr id="223" name="Google Shape;223;p24"/>
            <p:cNvPicPr preferRelativeResize="0"/>
            <p:nvPr/>
          </p:nvPicPr>
          <p:blipFill rotWithShape="1">
            <a:blip r:embed="rId4">
              <a:alphaModFix/>
            </a:blip>
            <a:srcRect/>
            <a:stretch/>
          </p:blipFill>
          <p:spPr>
            <a:xfrm>
              <a:off x="6553199" y="228600"/>
              <a:ext cx="1920240" cy="609600"/>
            </a:xfrm>
            <a:prstGeom prst="rect">
              <a:avLst/>
            </a:prstGeom>
            <a:noFill/>
            <a:ln>
              <a:noFill/>
            </a:ln>
          </p:spPr>
        </p:pic>
      </p:grpSp>
      <p:pic>
        <p:nvPicPr>
          <p:cNvPr id="224" name="Google Shape;224;p24"/>
          <p:cNvPicPr preferRelativeResize="0"/>
          <p:nvPr/>
        </p:nvPicPr>
        <p:blipFill rotWithShape="1">
          <a:blip r:embed="rId5">
            <a:alphaModFix/>
          </a:blip>
          <a:srcRect/>
          <a:stretch/>
        </p:blipFill>
        <p:spPr>
          <a:xfrm>
            <a:off x="20004" y="930876"/>
            <a:ext cx="9124122" cy="5715000"/>
          </a:xfrm>
          <a:prstGeom prst="rect">
            <a:avLst/>
          </a:prstGeom>
          <a:noFill/>
          <a:ln>
            <a:noFill/>
          </a:ln>
        </p:spPr>
      </p:pic>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2985</TotalTime>
  <Words>5578</Words>
  <Application>Microsoft Office PowerPoint</Application>
  <PresentationFormat>On-screen Show (4:3)</PresentationFormat>
  <Paragraphs>461</Paragraphs>
  <Slides>82</Slides>
  <Notes>44</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82</vt:i4>
      </vt:variant>
    </vt:vector>
  </HeadingPairs>
  <TitlesOfParts>
    <vt:vector size="91" baseType="lpstr">
      <vt:lpstr>Arial</vt:lpstr>
      <vt:lpstr>Calibri</vt:lpstr>
      <vt:lpstr>Cambria</vt:lpstr>
      <vt:lpstr>Century</vt:lpstr>
      <vt:lpstr>Noto Sans Symbols</vt:lpstr>
      <vt:lpstr>Nunito</vt:lpstr>
      <vt:lpstr>Times New Roman</vt:lpstr>
      <vt:lpstr>Wingdings</vt:lpstr>
      <vt:lpstr>Office Theme</vt:lpstr>
      <vt:lpstr>PowerPoint Presentation</vt:lpstr>
      <vt:lpstr>UNIT-1 -Introduction to Computers </vt:lpstr>
      <vt:lpstr>PowerPoint Presentation</vt:lpstr>
      <vt:lpstr>What do computer do?</vt:lpstr>
      <vt:lpstr>PowerPoint Presentation</vt:lpstr>
      <vt:lpstr>Characteristics of a computer</vt:lpstr>
      <vt:lpstr>PowerPoint Presentation</vt:lpstr>
      <vt:lpstr>PowerPoint Presentation</vt:lpstr>
      <vt:lpstr>PowerPoint Presentation</vt:lpstr>
      <vt:lpstr>Applications of Computers</vt:lpstr>
      <vt:lpstr>PowerPoint Presentation</vt:lpstr>
      <vt:lpstr>PowerPoint Presentation</vt:lpstr>
      <vt:lpstr>PowerPoint Presentation</vt:lpstr>
      <vt:lpstr>Healthcare</vt:lpstr>
      <vt:lpstr>Types of computers</vt:lpstr>
      <vt:lpstr>PowerPoint Presentation</vt:lpstr>
      <vt:lpstr>PowerPoint Presentation</vt:lpstr>
      <vt:lpstr>Classification by Size and Power</vt:lpstr>
      <vt:lpstr>Cont…</vt:lpstr>
      <vt:lpstr>Microcomputer Models</vt:lpstr>
      <vt:lpstr>Classification by Operation</vt:lpstr>
      <vt:lpstr>Cont…</vt:lpstr>
      <vt:lpstr>PowerPoint Presentation</vt:lpstr>
      <vt:lpstr>Evolution of Computer</vt:lpstr>
      <vt:lpstr>Computer Generations</vt:lpstr>
      <vt:lpstr>Generation &amp; Description</vt:lpstr>
      <vt:lpstr>1. First Generation (1940s–1956s) </vt:lpstr>
      <vt:lpstr>2. Second Generation (1956s–1963s)</vt:lpstr>
      <vt:lpstr>3. Third Generation (1964s–1971s)</vt:lpstr>
      <vt:lpstr>4. Fourth Generation (1970s–Present)</vt:lpstr>
      <vt:lpstr>5. Fifth Generation (Present &amp; Future)</vt:lpstr>
      <vt:lpstr>Difference between Evolution and Generation</vt:lpstr>
      <vt:lpstr>PowerPoint Presentation</vt:lpstr>
      <vt:lpstr>Von Neumann Architecture</vt:lpstr>
      <vt:lpstr>Von Neumann Architecture</vt:lpstr>
      <vt:lpstr>PowerPoint Presentation</vt:lpstr>
      <vt:lpstr>PowerPoint Presentation</vt:lpstr>
      <vt:lpstr>Key Characteristics of Von Neumann Architecture</vt:lpstr>
      <vt:lpstr>Basic components of a computer system</vt:lpstr>
      <vt:lpstr>Basic components of a computer system</vt:lpstr>
      <vt:lpstr>Basic CPU structure, illustrating ALU  </vt:lpstr>
      <vt:lpstr>PowerPoint Presentation</vt:lpstr>
      <vt:lpstr>CPU (Central Processing Unit) </vt:lpstr>
      <vt:lpstr>The von Neumann Model</vt:lpstr>
      <vt:lpstr>The von Neumann Model</vt:lpstr>
      <vt:lpstr>The von Neumann Model</vt:lpstr>
      <vt:lpstr>The von Neumann Model</vt:lpstr>
      <vt:lpstr>The von Neumann Model</vt:lpstr>
      <vt:lpstr>Working (Fetch-Decode-Execute Cycle)</vt:lpstr>
      <vt:lpstr>PowerPoint Presentation</vt:lpstr>
      <vt:lpstr>Advantages of Von Neumann Architecture </vt:lpstr>
      <vt:lpstr>Limitations of Von Neumann Architecture </vt:lpstr>
      <vt:lpstr>Applications of Von Neumann Architecture </vt:lpstr>
      <vt:lpstr>Computer System</vt:lpstr>
      <vt:lpstr>Block Diagram of Computer System</vt:lpstr>
      <vt:lpstr>Block Diagram of Computer System</vt:lpstr>
      <vt:lpstr>Input Unit</vt:lpstr>
      <vt:lpstr>Basic Functions of Input Unit</vt:lpstr>
      <vt:lpstr>Input Unit (Devices)</vt:lpstr>
      <vt:lpstr>Basic Functions of Output Unit</vt:lpstr>
      <vt:lpstr>Output Unit (Devices)</vt:lpstr>
      <vt:lpstr>Storage (Memory) Unit</vt:lpstr>
      <vt:lpstr>Storage (Memory) Unit</vt:lpstr>
      <vt:lpstr>Storage Unit: Primary Memory</vt:lpstr>
      <vt:lpstr>Storage Unit: Secondary Memory</vt:lpstr>
      <vt:lpstr>Central Processing Unit</vt:lpstr>
      <vt:lpstr>Central Processing Unit</vt:lpstr>
      <vt:lpstr>Control Unit</vt:lpstr>
      <vt:lpstr>Arithmetic Logic Unit</vt:lpstr>
      <vt:lpstr>Introduction to Computer Bus</vt:lpstr>
      <vt:lpstr>Introduction to Computer Bus</vt:lpstr>
      <vt:lpstr>Computer Bus (Data Bus)</vt:lpstr>
      <vt:lpstr>Computer Bus (Control Bus)</vt:lpstr>
      <vt:lpstr>Computer Bus (Address Bus)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ABC</dc:creator>
  <cp:lastModifiedBy>TAJINDER KAUR</cp:lastModifiedBy>
  <cp:revision>50</cp:revision>
  <dcterms:created xsi:type="dcterms:W3CDTF">2010-04-09T07:36:00Z</dcterms:created>
  <dcterms:modified xsi:type="dcterms:W3CDTF">2026-09-03T06:06:24Z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E902465EB90644BEAC40B33CBD587F7A_13</vt:lpwstr>
  </property>
  <property fmtid="{D5CDD505-2E9C-101B-9397-08002B2CF9AE}" pid="3" name="KSOProductBuildVer">
    <vt:lpwstr>1033-12.2.0.17562</vt:lpwstr>
  </property>
</Properties>
</file>